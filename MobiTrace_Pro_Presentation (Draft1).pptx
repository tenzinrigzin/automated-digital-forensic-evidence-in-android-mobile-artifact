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Lst>
  <p:sldSz cx="9144000" cy="6858000" type="screen4x3"/>
  <p:notesSz cx="6858000" cy="9144000"/>
  <p:embeddedFontLst>
    <p:embeddedFont>
      <p:font typeface="Archivo Narrow" panose="020B0604020202020204" charset="0"/>
      <p:regular r:id="rId16"/>
      <p:bold r:id="rId17"/>
      <p:italic r:id="rId18"/>
      <p:boldItalic r:id="rId19"/>
    </p:embeddedFont>
    <p:embeddedFont>
      <p:font typeface="Georgia" panose="02040502050405020303" pitchFamily="18"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glKCbwMGtAeC/+XTGHfgKrE1fUr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spcBef>
                <a:spcPts val="0"/>
              </a:spcBef>
              <a:spcAft>
                <a:spcPts val="0"/>
              </a:spcAft>
              <a:buClr>
                <a:schemeClr val="dk1"/>
              </a:buClr>
              <a:buSzPts val="1400"/>
              <a:buFont typeface="Arial"/>
              <a:buChar char="●"/>
              <a:defRPr sz="1100" b="0" i="0" u="none" strike="noStrike" cap="none">
                <a:solidFill>
                  <a:schemeClr val="dk1"/>
                </a:solidFill>
                <a:latin typeface="Arial"/>
                <a:ea typeface="Arial"/>
                <a:cs typeface="Arial"/>
                <a:sym typeface="Arial"/>
              </a:defRPr>
            </a:lvl1pPr>
            <a:lvl2pPr marL="914400" marR="0" lvl="1" indent="-317500" algn="l" rtl="0">
              <a:spcBef>
                <a:spcPts val="0"/>
              </a:spcBef>
              <a:spcAft>
                <a:spcPts val="0"/>
              </a:spcAft>
              <a:buClr>
                <a:schemeClr val="dk1"/>
              </a:buClr>
              <a:buSzPts val="1400"/>
              <a:buFont typeface="Arial"/>
              <a:buChar char="○"/>
              <a:defRPr sz="1100" b="0" i="0" u="none" strike="noStrike" cap="none">
                <a:solidFill>
                  <a:schemeClr val="dk1"/>
                </a:solidFill>
                <a:latin typeface="Arial"/>
                <a:ea typeface="Arial"/>
                <a:cs typeface="Arial"/>
                <a:sym typeface="Arial"/>
              </a:defRPr>
            </a:lvl2pPr>
            <a:lvl3pPr marL="1371600" marR="0" lvl="2" indent="-317500" algn="l" rtl="0">
              <a:spcBef>
                <a:spcPts val="0"/>
              </a:spcBef>
              <a:spcAft>
                <a:spcPts val="0"/>
              </a:spcAft>
              <a:buClr>
                <a:schemeClr val="dk1"/>
              </a:buClr>
              <a:buSzPts val="1400"/>
              <a:buFont typeface="Arial"/>
              <a:buChar char="■"/>
              <a:defRPr sz="1100" b="0" i="0" u="none" strike="noStrike" cap="none">
                <a:solidFill>
                  <a:schemeClr val="dk1"/>
                </a:solidFill>
                <a:latin typeface="Arial"/>
                <a:ea typeface="Arial"/>
                <a:cs typeface="Arial"/>
                <a:sym typeface="Arial"/>
              </a:defRPr>
            </a:lvl3pPr>
            <a:lvl4pPr marL="1828800" marR="0" lvl="3" indent="-317500" algn="l" rtl="0">
              <a:spcBef>
                <a:spcPts val="0"/>
              </a:spcBef>
              <a:spcAft>
                <a:spcPts val="0"/>
              </a:spcAft>
              <a:buClr>
                <a:schemeClr val="dk1"/>
              </a:buClr>
              <a:buSzPts val="1400"/>
              <a:buFont typeface="Arial"/>
              <a:buChar char="●"/>
              <a:defRPr sz="1100" b="0" i="0" u="none" strike="noStrike" cap="none">
                <a:solidFill>
                  <a:schemeClr val="dk1"/>
                </a:solidFill>
                <a:latin typeface="Arial"/>
                <a:ea typeface="Arial"/>
                <a:cs typeface="Arial"/>
                <a:sym typeface="Arial"/>
              </a:defRPr>
            </a:lvl4pPr>
            <a:lvl5pPr marL="2286000" marR="0" lvl="4" indent="-317500" algn="l" rtl="0">
              <a:spcBef>
                <a:spcPts val="0"/>
              </a:spcBef>
              <a:spcAft>
                <a:spcPts val="0"/>
              </a:spcAft>
              <a:buClr>
                <a:schemeClr val="dk1"/>
              </a:buClr>
              <a:buSzPts val="1400"/>
              <a:buFont typeface="Arial"/>
              <a:buChar char="○"/>
              <a:defRPr sz="1100" b="0" i="0" u="none" strike="noStrike" cap="none">
                <a:solidFill>
                  <a:schemeClr val="dk1"/>
                </a:solidFill>
                <a:latin typeface="Arial"/>
                <a:ea typeface="Arial"/>
                <a:cs typeface="Arial"/>
                <a:sym typeface="Arial"/>
              </a:defRPr>
            </a:lvl5pPr>
            <a:lvl6pPr marL="2743200" marR="0" lvl="5" indent="-317500" algn="l" rtl="0">
              <a:spcBef>
                <a:spcPts val="0"/>
              </a:spcBef>
              <a:spcAft>
                <a:spcPts val="0"/>
              </a:spcAft>
              <a:buClr>
                <a:schemeClr val="dk1"/>
              </a:buClr>
              <a:buSzPts val="1400"/>
              <a:buFont typeface="Arial"/>
              <a:buChar char="■"/>
              <a:defRPr sz="1100" b="0" i="0" u="none" strike="noStrike" cap="none">
                <a:solidFill>
                  <a:schemeClr val="dk1"/>
                </a:solidFill>
                <a:latin typeface="Arial"/>
                <a:ea typeface="Arial"/>
                <a:cs typeface="Arial"/>
                <a:sym typeface="Arial"/>
              </a:defRPr>
            </a:lvl6pPr>
            <a:lvl7pPr marL="3200400" marR="0" lvl="6" indent="-317500" algn="l" rtl="0">
              <a:spcBef>
                <a:spcPts val="0"/>
              </a:spcBef>
              <a:spcAft>
                <a:spcPts val="0"/>
              </a:spcAft>
              <a:buClr>
                <a:schemeClr val="dk1"/>
              </a:buClr>
              <a:buSzPts val="1400"/>
              <a:buFont typeface="Arial"/>
              <a:buChar char="●"/>
              <a:defRPr sz="1100" b="0" i="0" u="none" strike="noStrike" cap="none">
                <a:solidFill>
                  <a:schemeClr val="dk1"/>
                </a:solidFill>
                <a:latin typeface="Arial"/>
                <a:ea typeface="Arial"/>
                <a:cs typeface="Arial"/>
                <a:sym typeface="Arial"/>
              </a:defRPr>
            </a:lvl7pPr>
            <a:lvl8pPr marL="3657600" marR="0" lvl="7" indent="-317500" algn="l" rtl="0">
              <a:spcBef>
                <a:spcPts val="0"/>
              </a:spcBef>
              <a:spcAft>
                <a:spcPts val="0"/>
              </a:spcAft>
              <a:buClr>
                <a:schemeClr val="dk1"/>
              </a:buClr>
              <a:buSzPts val="1400"/>
              <a:buFont typeface="Arial"/>
              <a:buChar char="○"/>
              <a:defRPr sz="1100" b="0" i="0" u="none" strike="noStrike" cap="none">
                <a:solidFill>
                  <a:schemeClr val="dk1"/>
                </a:solidFill>
                <a:latin typeface="Arial"/>
                <a:ea typeface="Arial"/>
                <a:cs typeface="Arial"/>
                <a:sym typeface="Arial"/>
              </a:defRPr>
            </a:lvl8pPr>
            <a:lvl9pPr marL="4114800" marR="0" lvl="8" indent="-317500" algn="l" rtl="0">
              <a:spcBef>
                <a:spcPts val="0"/>
              </a:spcBef>
              <a:spcAft>
                <a:spcPts val="0"/>
              </a:spcAft>
              <a:buClr>
                <a:schemeClr val="dk1"/>
              </a:buClr>
              <a:buSzPts val="1400"/>
              <a:buFont typeface="Arial"/>
              <a:buChar char="■"/>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4c03a45926_0_0:notes"/>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4c03a4592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7"/>
          <p:cNvSpPr txBox="1">
            <a:spLocks noGrp="1"/>
          </p:cNvSpPr>
          <p:nvPr>
            <p:ph type="ctrTitle"/>
          </p:nvPr>
        </p:nvSpPr>
        <p:spPr>
          <a:xfrm>
            <a:off x="311700" y="1886797"/>
            <a:ext cx="8520600" cy="1842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 name="Google Shape;11;p7"/>
          <p:cNvSpPr txBox="1">
            <a:spLocks noGrp="1"/>
          </p:cNvSpPr>
          <p:nvPr>
            <p:ph type="subTitle" idx="1"/>
          </p:nvPr>
        </p:nvSpPr>
        <p:spPr>
          <a:xfrm>
            <a:off x="311700" y="3778833"/>
            <a:ext cx="8520600" cy="1056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2800"/>
              <a:buNone/>
              <a:defRPr sz="2800"/>
            </a:lvl1pPr>
            <a:lvl2pPr lvl="1" algn="ctr">
              <a:lnSpc>
                <a:spcPct val="100000"/>
              </a:lnSpc>
              <a:spcBef>
                <a:spcPts val="0"/>
              </a:spcBef>
              <a:spcAft>
                <a:spcPts val="0"/>
              </a:spcAft>
              <a:buClr>
                <a:srgbClr val="000000"/>
              </a:buClr>
              <a:buSzPts val="2800"/>
              <a:buNone/>
              <a:defRPr sz="2800"/>
            </a:lvl2pPr>
            <a:lvl3pPr lvl="2" algn="ctr">
              <a:lnSpc>
                <a:spcPct val="100000"/>
              </a:lnSpc>
              <a:spcBef>
                <a:spcPts val="0"/>
              </a:spcBef>
              <a:spcAft>
                <a:spcPts val="0"/>
              </a:spcAft>
              <a:buClr>
                <a:srgbClr val="000000"/>
              </a:buClr>
              <a:buSzPts val="2800"/>
              <a:buNone/>
              <a:defRPr sz="2800"/>
            </a:lvl3pPr>
            <a:lvl4pPr lvl="3" algn="ctr">
              <a:lnSpc>
                <a:spcPct val="100000"/>
              </a:lnSpc>
              <a:spcBef>
                <a:spcPts val="0"/>
              </a:spcBef>
              <a:spcAft>
                <a:spcPts val="0"/>
              </a:spcAft>
              <a:buClr>
                <a:srgbClr val="000000"/>
              </a:buClr>
              <a:buSzPts val="2800"/>
              <a:buNone/>
              <a:defRPr sz="2800"/>
            </a:lvl4pPr>
            <a:lvl5pPr lvl="4" algn="ctr">
              <a:lnSpc>
                <a:spcPct val="100000"/>
              </a:lnSpc>
              <a:spcBef>
                <a:spcPts val="0"/>
              </a:spcBef>
              <a:spcAft>
                <a:spcPts val="0"/>
              </a:spcAft>
              <a:buClr>
                <a:srgbClr val="000000"/>
              </a:buClr>
              <a:buSzPts val="2800"/>
              <a:buNone/>
              <a:defRPr sz="2800"/>
            </a:lvl5pPr>
            <a:lvl6pPr lvl="5" algn="ctr">
              <a:lnSpc>
                <a:spcPct val="100000"/>
              </a:lnSpc>
              <a:spcBef>
                <a:spcPts val="0"/>
              </a:spcBef>
              <a:spcAft>
                <a:spcPts val="0"/>
              </a:spcAft>
              <a:buClr>
                <a:srgbClr val="000000"/>
              </a:buClr>
              <a:buSzPts val="2800"/>
              <a:buNone/>
              <a:defRPr sz="2800"/>
            </a:lvl6pPr>
            <a:lvl7pPr lvl="6" algn="ctr">
              <a:lnSpc>
                <a:spcPct val="100000"/>
              </a:lnSpc>
              <a:spcBef>
                <a:spcPts val="0"/>
              </a:spcBef>
              <a:spcAft>
                <a:spcPts val="0"/>
              </a:spcAft>
              <a:buClr>
                <a:srgbClr val="000000"/>
              </a:buClr>
              <a:buSzPts val="2800"/>
              <a:buNone/>
              <a:defRPr sz="2800"/>
            </a:lvl7pPr>
            <a:lvl8pPr lvl="7" algn="ctr">
              <a:lnSpc>
                <a:spcPct val="100000"/>
              </a:lnSpc>
              <a:spcBef>
                <a:spcPts val="0"/>
              </a:spcBef>
              <a:spcAft>
                <a:spcPts val="0"/>
              </a:spcAft>
              <a:buClr>
                <a:srgbClr val="000000"/>
              </a:buClr>
              <a:buSzPts val="2800"/>
              <a:buNone/>
              <a:defRPr sz="2800"/>
            </a:lvl8pPr>
            <a:lvl9pPr lvl="8" algn="ctr">
              <a:lnSpc>
                <a:spcPct val="100000"/>
              </a:lnSpc>
              <a:spcBef>
                <a:spcPts val="0"/>
              </a:spcBef>
              <a:spcAft>
                <a:spcPts val="0"/>
              </a:spcAft>
              <a:buClr>
                <a:srgbClr val="000000"/>
              </a:buClr>
              <a:buSzPts val="2800"/>
              <a:buNone/>
              <a:defRPr sz="2800"/>
            </a:lvl9pPr>
          </a:lstStyle>
          <a:p>
            <a:endParaRPr/>
          </a:p>
        </p:txBody>
      </p:sp>
      <p:sp>
        <p:nvSpPr>
          <p:cNvPr id="12" name="Google Shape;12;p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p7"/>
          <p:cNvSpPr/>
          <p:nvPr/>
        </p:nvSpPr>
        <p:spPr>
          <a:xfrm flipH="1">
            <a:off x="18" y="67300"/>
            <a:ext cx="9143982" cy="1420254"/>
          </a:xfrm>
          <a:prstGeom prst="flowChartDocumen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7"/>
          <p:cNvSpPr/>
          <p:nvPr/>
        </p:nvSpPr>
        <p:spPr>
          <a:xfrm flipH="1">
            <a:off x="18" y="0"/>
            <a:ext cx="9143982" cy="1420254"/>
          </a:xfrm>
          <a:prstGeom prst="flowChartDocument">
            <a:avLst/>
          </a:prstGeom>
          <a:solidFill>
            <a:srgbClr val="0B53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7"/>
          <p:cNvSpPr/>
          <p:nvPr/>
        </p:nvSpPr>
        <p:spPr>
          <a:xfrm>
            <a:off x="-11025" y="5919900"/>
            <a:ext cx="9155100" cy="9381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7"/>
          <p:cNvSpPr txBox="1"/>
          <p:nvPr/>
        </p:nvSpPr>
        <p:spPr>
          <a:xfrm>
            <a:off x="25" y="5919900"/>
            <a:ext cx="3572100" cy="93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1" i="0" u="none" strike="noStrike" cap="none">
                <a:solidFill>
                  <a:srgbClr val="FFFFFF"/>
                </a:solidFill>
                <a:latin typeface="Georgia"/>
                <a:ea typeface="Georgia"/>
                <a:cs typeface="Georgia"/>
                <a:sym typeface="Georgia"/>
              </a:rPr>
              <a:t>MISSION</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FFFFFF"/>
              </a:buClr>
              <a:buSzPts val="1100"/>
              <a:buFont typeface="Georgia"/>
              <a:buNone/>
            </a:pPr>
            <a:r>
              <a:rPr lang="en-US" sz="1100" b="0" i="0" u="none" strike="noStrike" cap="none">
                <a:solidFill>
                  <a:srgbClr val="FFFFFF"/>
                </a:solidFill>
                <a:latin typeface="Georgia"/>
                <a:ea typeface="Georgia"/>
                <a:cs typeface="Georgia"/>
                <a:sym typeface="Georgia"/>
              </a:rPr>
              <a:t>CHRIST is a nurturing ground for an individual’s holistic development to make effective contribution to the society in a dynamic environment</a:t>
            </a:r>
            <a:endParaRPr sz="1100" b="0" i="0" u="none" strike="noStrike" cap="none">
              <a:solidFill>
                <a:srgbClr val="FFFFFF"/>
              </a:solidFill>
              <a:latin typeface="Georgia"/>
              <a:ea typeface="Georgia"/>
              <a:cs typeface="Georgia"/>
              <a:sym typeface="Georgia"/>
            </a:endParaRPr>
          </a:p>
        </p:txBody>
      </p:sp>
      <p:sp>
        <p:nvSpPr>
          <p:cNvPr id="17" name="Google Shape;17;p7"/>
          <p:cNvSpPr txBox="1"/>
          <p:nvPr/>
        </p:nvSpPr>
        <p:spPr>
          <a:xfrm>
            <a:off x="3709075" y="5919900"/>
            <a:ext cx="2030700" cy="641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1" i="0" u="none" strike="noStrike" cap="none">
                <a:solidFill>
                  <a:srgbClr val="FFFFFF"/>
                </a:solidFill>
                <a:latin typeface="Georgia"/>
                <a:ea typeface="Georgia"/>
                <a:cs typeface="Georgia"/>
                <a:sym typeface="Georgia"/>
              </a:rPr>
              <a:t>VISION</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FFFFFF"/>
              </a:buClr>
              <a:buSzPts val="1100"/>
              <a:buFont typeface="Georgia"/>
              <a:buNone/>
            </a:pPr>
            <a:r>
              <a:rPr lang="en-US" sz="1100" b="0" i="0" u="none" strike="noStrike" cap="none">
                <a:solidFill>
                  <a:srgbClr val="FFFFFF"/>
                </a:solidFill>
                <a:latin typeface="Georgia"/>
                <a:ea typeface="Georgia"/>
                <a:cs typeface="Georgia"/>
                <a:sym typeface="Georgia"/>
              </a:rPr>
              <a:t>Excellence and Service</a:t>
            </a:r>
            <a:endParaRPr sz="1100" b="0" i="0" u="none" strike="noStrike" cap="none">
              <a:solidFill>
                <a:srgbClr val="FFFFFF"/>
              </a:solidFill>
              <a:latin typeface="Georgia"/>
              <a:ea typeface="Georgia"/>
              <a:cs typeface="Georgia"/>
              <a:sym typeface="Georgia"/>
            </a:endParaRPr>
          </a:p>
        </p:txBody>
      </p:sp>
      <p:sp>
        <p:nvSpPr>
          <p:cNvPr id="18" name="Google Shape;18;p7"/>
          <p:cNvSpPr txBox="1"/>
          <p:nvPr/>
        </p:nvSpPr>
        <p:spPr>
          <a:xfrm>
            <a:off x="6067875" y="5919900"/>
            <a:ext cx="2984400" cy="93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1" i="0" u="none" strike="noStrike" cap="none">
                <a:solidFill>
                  <a:srgbClr val="FFFFFF"/>
                </a:solidFill>
                <a:latin typeface="Georgia"/>
                <a:ea typeface="Georgia"/>
                <a:cs typeface="Georgia"/>
                <a:sym typeface="Georgia"/>
              </a:rPr>
              <a:t>CORE   VALUES</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FFFFFF"/>
              </a:buClr>
              <a:buSzPts val="1100"/>
              <a:buFont typeface="Georgia"/>
              <a:buNone/>
            </a:pPr>
            <a:r>
              <a:rPr lang="en-US" sz="1100" b="0" i="0" u="none" strike="noStrike" cap="none">
                <a:solidFill>
                  <a:srgbClr val="FFFFFF"/>
                </a:solidFill>
                <a:latin typeface="Georgia"/>
                <a:ea typeface="Georgia"/>
                <a:cs typeface="Georgia"/>
                <a:sym typeface="Georgia"/>
              </a:rPr>
              <a:t>Faith in God |  Moral Uprightness</a:t>
            </a:r>
            <a:br>
              <a:rPr lang="en-US" sz="1100" b="0" i="0" u="none" strike="noStrike" cap="none">
                <a:solidFill>
                  <a:srgbClr val="FFFFFF"/>
                </a:solidFill>
                <a:latin typeface="Georgia"/>
                <a:ea typeface="Georgia"/>
                <a:cs typeface="Georgia"/>
                <a:sym typeface="Georgia"/>
              </a:rPr>
            </a:br>
            <a:r>
              <a:rPr lang="en-US" sz="1100" b="0" i="0" u="none" strike="noStrike" cap="none">
                <a:solidFill>
                  <a:srgbClr val="FFFFFF"/>
                </a:solidFill>
                <a:latin typeface="Georgia"/>
                <a:ea typeface="Georgia"/>
                <a:cs typeface="Georgia"/>
                <a:sym typeface="Georgia"/>
              </a:rPr>
              <a:t> Love of Fellow Beings   </a:t>
            </a:r>
            <a:br>
              <a:rPr lang="en-US" sz="1100" b="0" i="0" u="none" strike="noStrike" cap="none">
                <a:solidFill>
                  <a:srgbClr val="FFFFFF"/>
                </a:solidFill>
                <a:latin typeface="Georgia"/>
                <a:ea typeface="Georgia"/>
                <a:cs typeface="Georgia"/>
                <a:sym typeface="Georgia"/>
              </a:rPr>
            </a:br>
            <a:r>
              <a:rPr lang="en-US" sz="1100" b="0" i="0" u="none" strike="noStrike" cap="none">
                <a:solidFill>
                  <a:srgbClr val="FFFFFF"/>
                </a:solidFill>
                <a:latin typeface="Georgia"/>
                <a:ea typeface="Georgia"/>
                <a:cs typeface="Georgia"/>
                <a:sym typeface="Georgia"/>
              </a:rPr>
              <a:t>Social Responsibility | Pursuit of Excellence</a:t>
            </a:r>
            <a:endParaRPr sz="1100" b="0" i="0" u="none" strike="noStrike" cap="none">
              <a:solidFill>
                <a:srgbClr val="FFFFFF"/>
              </a:solidFill>
              <a:latin typeface="Georgia"/>
              <a:ea typeface="Georgia"/>
              <a:cs typeface="Georgia"/>
              <a:sym typeface="Georgia"/>
            </a:endParaRPr>
          </a:p>
        </p:txBody>
      </p:sp>
      <p:pic>
        <p:nvPicPr>
          <p:cNvPr id="19" name="Google Shape;19;p7"/>
          <p:cNvPicPr preferRelativeResize="0"/>
          <p:nvPr/>
        </p:nvPicPr>
        <p:blipFill rotWithShape="1">
          <a:blip r:embed="rId2">
            <a:alphaModFix/>
          </a:blip>
          <a:srcRect/>
          <a:stretch/>
        </p:blipFill>
        <p:spPr>
          <a:xfrm>
            <a:off x="5943450" y="232167"/>
            <a:ext cx="2764676" cy="100220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8"/>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8"/>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lvl="0" indent="-368300" algn="l">
              <a:lnSpc>
                <a:spcPct val="100000"/>
              </a:lnSpc>
              <a:spcBef>
                <a:spcPts val="0"/>
              </a:spcBef>
              <a:spcAft>
                <a:spcPts val="0"/>
              </a:spcAft>
              <a:buClr>
                <a:srgbClr val="000000"/>
              </a:buClr>
              <a:buSzPts val="2200"/>
              <a:buChar char="●"/>
              <a:defRPr/>
            </a:lvl1pPr>
            <a:lvl2pPr marL="914400" lvl="1" indent="-342900" algn="l">
              <a:lnSpc>
                <a:spcPct val="100000"/>
              </a:lnSpc>
              <a:spcBef>
                <a:spcPts val="600"/>
              </a:spcBef>
              <a:spcAft>
                <a:spcPts val="0"/>
              </a:spcAft>
              <a:buClr>
                <a:srgbClr val="000000"/>
              </a:buClr>
              <a:buSzPts val="1800"/>
              <a:buChar char="○"/>
              <a:defRPr/>
            </a:lvl2pPr>
            <a:lvl3pPr marL="1371600" lvl="2" indent="-342900" algn="l">
              <a:lnSpc>
                <a:spcPct val="100000"/>
              </a:lnSpc>
              <a:spcBef>
                <a:spcPts val="600"/>
              </a:spcBef>
              <a:spcAft>
                <a:spcPts val="0"/>
              </a:spcAft>
              <a:buClr>
                <a:srgbClr val="000000"/>
              </a:buClr>
              <a:buSzPts val="1800"/>
              <a:buChar char="■"/>
              <a:defRPr/>
            </a:lvl3pPr>
            <a:lvl4pPr marL="1828800" lvl="3" indent="-342900" algn="l">
              <a:lnSpc>
                <a:spcPct val="100000"/>
              </a:lnSpc>
              <a:spcBef>
                <a:spcPts val="600"/>
              </a:spcBef>
              <a:spcAft>
                <a:spcPts val="0"/>
              </a:spcAft>
              <a:buClr>
                <a:srgbClr val="000000"/>
              </a:buClr>
              <a:buSzPts val="1800"/>
              <a:buChar char="●"/>
              <a:defRPr/>
            </a:lvl4pPr>
            <a:lvl5pPr marL="2286000" lvl="4" indent="-342900" algn="l">
              <a:lnSpc>
                <a:spcPct val="100000"/>
              </a:lnSpc>
              <a:spcBef>
                <a:spcPts val="600"/>
              </a:spcBef>
              <a:spcAft>
                <a:spcPts val="0"/>
              </a:spcAft>
              <a:buClr>
                <a:srgbClr val="000000"/>
              </a:buClr>
              <a:buSzPts val="1800"/>
              <a:buChar char="○"/>
              <a:defRPr/>
            </a:lvl5pPr>
            <a:lvl6pPr marL="2743200" lvl="5" indent="-342900" algn="l">
              <a:lnSpc>
                <a:spcPct val="100000"/>
              </a:lnSpc>
              <a:spcBef>
                <a:spcPts val="600"/>
              </a:spcBef>
              <a:spcAft>
                <a:spcPts val="0"/>
              </a:spcAft>
              <a:buClr>
                <a:srgbClr val="000000"/>
              </a:buClr>
              <a:buSzPts val="1800"/>
              <a:buChar char="■"/>
              <a:defRPr/>
            </a:lvl6pPr>
            <a:lvl7pPr marL="3200400" lvl="6" indent="-342900" algn="l">
              <a:lnSpc>
                <a:spcPct val="100000"/>
              </a:lnSpc>
              <a:spcBef>
                <a:spcPts val="600"/>
              </a:spcBef>
              <a:spcAft>
                <a:spcPts val="0"/>
              </a:spcAft>
              <a:buClr>
                <a:srgbClr val="000000"/>
              </a:buClr>
              <a:buSzPts val="1800"/>
              <a:buChar char="●"/>
              <a:defRPr/>
            </a:lvl7pPr>
            <a:lvl8pPr marL="3657600" lvl="7" indent="-342900" algn="l">
              <a:lnSpc>
                <a:spcPct val="100000"/>
              </a:lnSpc>
              <a:spcBef>
                <a:spcPts val="600"/>
              </a:spcBef>
              <a:spcAft>
                <a:spcPts val="0"/>
              </a:spcAft>
              <a:buClr>
                <a:srgbClr val="000000"/>
              </a:buClr>
              <a:buSzPts val="1800"/>
              <a:buChar char="○"/>
              <a:defRPr/>
            </a:lvl8pPr>
            <a:lvl9pPr marL="4114800" lvl="8" indent="-342900" algn="l">
              <a:lnSpc>
                <a:spcPct val="100000"/>
              </a:lnSpc>
              <a:spcBef>
                <a:spcPts val="600"/>
              </a:spcBef>
              <a:spcAft>
                <a:spcPts val="600"/>
              </a:spcAft>
              <a:buClr>
                <a:srgbClr val="000000"/>
              </a:buClr>
              <a:buSzPts val="1800"/>
              <a:buChar char="■"/>
              <a:defRPr/>
            </a:lvl9pPr>
          </a:lstStyle>
          <a:p>
            <a:endParaRPr/>
          </a:p>
        </p:txBody>
      </p:sp>
      <p:sp>
        <p:nvSpPr>
          <p:cNvPr id="23" name="Google Shape;23;p8"/>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8"/>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8"/>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26" name="Google Shape;26;p8"/>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8"/>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8"/>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9"/>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9"/>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9"/>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9"/>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34" name="Google Shape;34;p9"/>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9"/>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9"/>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10"/>
          <p:cNvSpPr txBox="1">
            <a:spLocks noGrp="1"/>
          </p:cNvSpPr>
          <p:nvPr>
            <p:ph type="title"/>
          </p:nvPr>
        </p:nvSpPr>
        <p:spPr>
          <a:xfrm>
            <a:off x="311700" y="740800"/>
            <a:ext cx="2808000" cy="100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9" name="Google Shape;39;p10"/>
          <p:cNvSpPr txBox="1">
            <a:spLocks noGrp="1"/>
          </p:cNvSpPr>
          <p:nvPr>
            <p:ph type="body" idx="1"/>
          </p:nvPr>
        </p:nvSpPr>
        <p:spPr>
          <a:xfrm>
            <a:off x="311700" y="1852800"/>
            <a:ext cx="2808000" cy="42393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Clr>
                <a:srgbClr val="000000"/>
              </a:buClr>
              <a:buSzPts val="1200"/>
              <a:buChar char="●"/>
              <a:defRPr sz="1200"/>
            </a:lvl1pPr>
            <a:lvl2pPr marL="914400" lvl="1" indent="-304800" algn="l">
              <a:lnSpc>
                <a:spcPct val="100000"/>
              </a:lnSpc>
              <a:spcBef>
                <a:spcPts val="600"/>
              </a:spcBef>
              <a:spcAft>
                <a:spcPts val="0"/>
              </a:spcAft>
              <a:buClr>
                <a:srgbClr val="000000"/>
              </a:buClr>
              <a:buSzPts val="1200"/>
              <a:buChar char="○"/>
              <a:defRPr sz="1200"/>
            </a:lvl2pPr>
            <a:lvl3pPr marL="1371600" lvl="2" indent="-304800" algn="l">
              <a:lnSpc>
                <a:spcPct val="100000"/>
              </a:lnSpc>
              <a:spcBef>
                <a:spcPts val="600"/>
              </a:spcBef>
              <a:spcAft>
                <a:spcPts val="0"/>
              </a:spcAft>
              <a:buClr>
                <a:srgbClr val="000000"/>
              </a:buClr>
              <a:buSzPts val="1200"/>
              <a:buChar char="■"/>
              <a:defRPr sz="1200"/>
            </a:lvl3pPr>
            <a:lvl4pPr marL="1828800" lvl="3" indent="-304800" algn="l">
              <a:lnSpc>
                <a:spcPct val="100000"/>
              </a:lnSpc>
              <a:spcBef>
                <a:spcPts val="600"/>
              </a:spcBef>
              <a:spcAft>
                <a:spcPts val="0"/>
              </a:spcAft>
              <a:buClr>
                <a:srgbClr val="000000"/>
              </a:buClr>
              <a:buSzPts val="1200"/>
              <a:buChar char="●"/>
              <a:defRPr sz="1200"/>
            </a:lvl4pPr>
            <a:lvl5pPr marL="2286000" lvl="4" indent="-304800" algn="l">
              <a:lnSpc>
                <a:spcPct val="100000"/>
              </a:lnSpc>
              <a:spcBef>
                <a:spcPts val="600"/>
              </a:spcBef>
              <a:spcAft>
                <a:spcPts val="0"/>
              </a:spcAft>
              <a:buClr>
                <a:srgbClr val="000000"/>
              </a:buClr>
              <a:buSzPts val="1200"/>
              <a:buChar char="○"/>
              <a:defRPr sz="1200"/>
            </a:lvl5pPr>
            <a:lvl6pPr marL="2743200" lvl="5" indent="-304800" algn="l">
              <a:lnSpc>
                <a:spcPct val="100000"/>
              </a:lnSpc>
              <a:spcBef>
                <a:spcPts val="600"/>
              </a:spcBef>
              <a:spcAft>
                <a:spcPts val="0"/>
              </a:spcAft>
              <a:buClr>
                <a:srgbClr val="000000"/>
              </a:buClr>
              <a:buSzPts val="1200"/>
              <a:buChar char="■"/>
              <a:defRPr sz="1200"/>
            </a:lvl6pPr>
            <a:lvl7pPr marL="3200400" lvl="6" indent="-304800" algn="l">
              <a:lnSpc>
                <a:spcPct val="100000"/>
              </a:lnSpc>
              <a:spcBef>
                <a:spcPts val="600"/>
              </a:spcBef>
              <a:spcAft>
                <a:spcPts val="0"/>
              </a:spcAft>
              <a:buClr>
                <a:srgbClr val="000000"/>
              </a:buClr>
              <a:buSzPts val="1200"/>
              <a:buChar char="●"/>
              <a:defRPr sz="1200"/>
            </a:lvl7pPr>
            <a:lvl8pPr marL="3657600" lvl="7" indent="-304800" algn="l">
              <a:lnSpc>
                <a:spcPct val="100000"/>
              </a:lnSpc>
              <a:spcBef>
                <a:spcPts val="600"/>
              </a:spcBef>
              <a:spcAft>
                <a:spcPts val="0"/>
              </a:spcAft>
              <a:buClr>
                <a:srgbClr val="000000"/>
              </a:buClr>
              <a:buSzPts val="1200"/>
              <a:buChar char="○"/>
              <a:defRPr sz="1200"/>
            </a:lvl8pPr>
            <a:lvl9pPr marL="4114800" lvl="8" indent="-304800" algn="l">
              <a:lnSpc>
                <a:spcPct val="100000"/>
              </a:lnSpc>
              <a:spcBef>
                <a:spcPts val="600"/>
              </a:spcBef>
              <a:spcAft>
                <a:spcPts val="600"/>
              </a:spcAft>
              <a:buClr>
                <a:srgbClr val="000000"/>
              </a:buClr>
              <a:buSzPts val="1200"/>
              <a:buChar char="■"/>
              <a:defRPr sz="1200"/>
            </a:lvl9pPr>
          </a:lstStyle>
          <a:p>
            <a:endParaRPr/>
          </a:p>
        </p:txBody>
      </p:sp>
      <p:sp>
        <p:nvSpPr>
          <p:cNvPr id="40" name="Google Shape;40;p10"/>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1" name="Google Shape;41;p10"/>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10"/>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43" name="Google Shape;43;p10"/>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10"/>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10"/>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490250" y="600200"/>
            <a:ext cx="6367800" cy="5454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00000"/>
              </a:buClr>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8" name="Google Shape;48;p1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1"/>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11"/>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51" name="Google Shape;51;p11"/>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11"/>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11"/>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4"/>
        <p:cNvGrpSpPr/>
        <p:nvPr/>
      </p:nvGrpSpPr>
      <p:grpSpPr>
        <a:xfrm>
          <a:off x="0" y="0"/>
          <a:ext cx="0" cy="0"/>
          <a:chOff x="0" y="0"/>
          <a:chExt cx="0" cy="0"/>
        </a:xfrm>
      </p:grpSpPr>
      <p:sp>
        <p:nvSpPr>
          <p:cNvPr id="55" name="Google Shape;55;p12"/>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12"/>
          <p:cNvSpPr txBox="1">
            <a:spLocks noGrp="1"/>
          </p:cNvSpPr>
          <p:nvPr>
            <p:ph type="title"/>
          </p:nvPr>
        </p:nvSpPr>
        <p:spPr>
          <a:xfrm>
            <a:off x="265500" y="1644233"/>
            <a:ext cx="40452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7" name="Google Shape;57;p12"/>
          <p:cNvSpPr txBox="1">
            <a:spLocks noGrp="1"/>
          </p:cNvSpPr>
          <p:nvPr>
            <p:ph type="subTitle" idx="1"/>
          </p:nvPr>
        </p:nvSpPr>
        <p:spPr>
          <a:xfrm>
            <a:off x="265500" y="3737433"/>
            <a:ext cx="4045200" cy="1646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2100"/>
              <a:buNone/>
              <a:defRPr sz="2100"/>
            </a:lvl1pPr>
            <a:lvl2pPr lvl="1" algn="ctr">
              <a:lnSpc>
                <a:spcPct val="100000"/>
              </a:lnSpc>
              <a:spcBef>
                <a:spcPts val="0"/>
              </a:spcBef>
              <a:spcAft>
                <a:spcPts val="0"/>
              </a:spcAft>
              <a:buClr>
                <a:srgbClr val="000000"/>
              </a:buClr>
              <a:buSzPts val="2100"/>
              <a:buNone/>
              <a:defRPr sz="2100"/>
            </a:lvl2pPr>
            <a:lvl3pPr lvl="2" algn="ctr">
              <a:lnSpc>
                <a:spcPct val="100000"/>
              </a:lnSpc>
              <a:spcBef>
                <a:spcPts val="0"/>
              </a:spcBef>
              <a:spcAft>
                <a:spcPts val="0"/>
              </a:spcAft>
              <a:buClr>
                <a:srgbClr val="000000"/>
              </a:buClr>
              <a:buSzPts val="2100"/>
              <a:buNone/>
              <a:defRPr sz="2100"/>
            </a:lvl3pPr>
            <a:lvl4pPr lvl="3" algn="ctr">
              <a:lnSpc>
                <a:spcPct val="100000"/>
              </a:lnSpc>
              <a:spcBef>
                <a:spcPts val="0"/>
              </a:spcBef>
              <a:spcAft>
                <a:spcPts val="0"/>
              </a:spcAft>
              <a:buClr>
                <a:srgbClr val="000000"/>
              </a:buClr>
              <a:buSzPts val="2100"/>
              <a:buNone/>
              <a:defRPr sz="2100"/>
            </a:lvl4pPr>
            <a:lvl5pPr lvl="4" algn="ctr">
              <a:lnSpc>
                <a:spcPct val="100000"/>
              </a:lnSpc>
              <a:spcBef>
                <a:spcPts val="0"/>
              </a:spcBef>
              <a:spcAft>
                <a:spcPts val="0"/>
              </a:spcAft>
              <a:buClr>
                <a:srgbClr val="000000"/>
              </a:buClr>
              <a:buSzPts val="2100"/>
              <a:buNone/>
              <a:defRPr sz="2100"/>
            </a:lvl5pPr>
            <a:lvl6pPr lvl="5" algn="ctr">
              <a:lnSpc>
                <a:spcPct val="100000"/>
              </a:lnSpc>
              <a:spcBef>
                <a:spcPts val="0"/>
              </a:spcBef>
              <a:spcAft>
                <a:spcPts val="0"/>
              </a:spcAft>
              <a:buClr>
                <a:srgbClr val="000000"/>
              </a:buClr>
              <a:buSzPts val="2100"/>
              <a:buNone/>
              <a:defRPr sz="2100"/>
            </a:lvl6pPr>
            <a:lvl7pPr lvl="6" algn="ctr">
              <a:lnSpc>
                <a:spcPct val="100000"/>
              </a:lnSpc>
              <a:spcBef>
                <a:spcPts val="0"/>
              </a:spcBef>
              <a:spcAft>
                <a:spcPts val="0"/>
              </a:spcAft>
              <a:buClr>
                <a:srgbClr val="000000"/>
              </a:buClr>
              <a:buSzPts val="2100"/>
              <a:buNone/>
              <a:defRPr sz="2100"/>
            </a:lvl7pPr>
            <a:lvl8pPr lvl="7" algn="ctr">
              <a:lnSpc>
                <a:spcPct val="100000"/>
              </a:lnSpc>
              <a:spcBef>
                <a:spcPts val="0"/>
              </a:spcBef>
              <a:spcAft>
                <a:spcPts val="0"/>
              </a:spcAft>
              <a:buClr>
                <a:srgbClr val="000000"/>
              </a:buClr>
              <a:buSzPts val="2100"/>
              <a:buNone/>
              <a:defRPr sz="2100"/>
            </a:lvl8pPr>
            <a:lvl9pPr lvl="8" algn="ctr">
              <a:lnSpc>
                <a:spcPct val="100000"/>
              </a:lnSpc>
              <a:spcBef>
                <a:spcPts val="0"/>
              </a:spcBef>
              <a:spcAft>
                <a:spcPts val="0"/>
              </a:spcAft>
              <a:buClr>
                <a:srgbClr val="000000"/>
              </a:buClr>
              <a:buSzPts val="2100"/>
              <a:buNone/>
              <a:defRPr sz="2100"/>
            </a:lvl9pPr>
          </a:lstStyle>
          <a:p>
            <a:endParaRPr/>
          </a:p>
        </p:txBody>
      </p:sp>
      <p:sp>
        <p:nvSpPr>
          <p:cNvPr id="58" name="Google Shape;58;p12"/>
          <p:cNvSpPr txBox="1">
            <a:spLocks noGrp="1"/>
          </p:cNvSpPr>
          <p:nvPr>
            <p:ph type="body" idx="2"/>
          </p:nvPr>
        </p:nvSpPr>
        <p:spPr>
          <a:xfrm>
            <a:off x="4939500" y="965433"/>
            <a:ext cx="3837000" cy="4926900"/>
          </a:xfrm>
          <a:prstGeom prst="rect">
            <a:avLst/>
          </a:prstGeom>
          <a:noFill/>
          <a:ln>
            <a:noFill/>
          </a:ln>
        </p:spPr>
        <p:txBody>
          <a:bodyPr spcFirstLastPara="1" wrap="square" lIns="91425" tIns="91425" rIns="91425" bIns="91425" anchor="ctr" anchorCtr="0">
            <a:noAutofit/>
          </a:bodyPr>
          <a:lstStyle>
            <a:lvl1pPr marL="457200" lvl="0" indent="-368300" algn="l">
              <a:lnSpc>
                <a:spcPct val="100000"/>
              </a:lnSpc>
              <a:spcBef>
                <a:spcPts val="0"/>
              </a:spcBef>
              <a:spcAft>
                <a:spcPts val="0"/>
              </a:spcAft>
              <a:buClr>
                <a:srgbClr val="000000"/>
              </a:buClr>
              <a:buSzPts val="2200"/>
              <a:buChar char="●"/>
              <a:defRPr/>
            </a:lvl1pPr>
            <a:lvl2pPr marL="914400" lvl="1" indent="-342900" algn="l">
              <a:lnSpc>
                <a:spcPct val="100000"/>
              </a:lnSpc>
              <a:spcBef>
                <a:spcPts val="600"/>
              </a:spcBef>
              <a:spcAft>
                <a:spcPts val="0"/>
              </a:spcAft>
              <a:buClr>
                <a:srgbClr val="000000"/>
              </a:buClr>
              <a:buSzPts val="1800"/>
              <a:buChar char="○"/>
              <a:defRPr/>
            </a:lvl2pPr>
            <a:lvl3pPr marL="1371600" lvl="2" indent="-342900" algn="l">
              <a:lnSpc>
                <a:spcPct val="100000"/>
              </a:lnSpc>
              <a:spcBef>
                <a:spcPts val="600"/>
              </a:spcBef>
              <a:spcAft>
                <a:spcPts val="0"/>
              </a:spcAft>
              <a:buClr>
                <a:srgbClr val="000000"/>
              </a:buClr>
              <a:buSzPts val="1800"/>
              <a:buChar char="■"/>
              <a:defRPr/>
            </a:lvl3pPr>
            <a:lvl4pPr marL="1828800" lvl="3" indent="-342900" algn="l">
              <a:lnSpc>
                <a:spcPct val="100000"/>
              </a:lnSpc>
              <a:spcBef>
                <a:spcPts val="600"/>
              </a:spcBef>
              <a:spcAft>
                <a:spcPts val="0"/>
              </a:spcAft>
              <a:buClr>
                <a:srgbClr val="000000"/>
              </a:buClr>
              <a:buSzPts val="1800"/>
              <a:buChar char="●"/>
              <a:defRPr/>
            </a:lvl4pPr>
            <a:lvl5pPr marL="2286000" lvl="4" indent="-342900" algn="l">
              <a:lnSpc>
                <a:spcPct val="100000"/>
              </a:lnSpc>
              <a:spcBef>
                <a:spcPts val="600"/>
              </a:spcBef>
              <a:spcAft>
                <a:spcPts val="0"/>
              </a:spcAft>
              <a:buClr>
                <a:srgbClr val="000000"/>
              </a:buClr>
              <a:buSzPts val="1800"/>
              <a:buChar char="○"/>
              <a:defRPr/>
            </a:lvl5pPr>
            <a:lvl6pPr marL="2743200" lvl="5" indent="-342900" algn="l">
              <a:lnSpc>
                <a:spcPct val="100000"/>
              </a:lnSpc>
              <a:spcBef>
                <a:spcPts val="600"/>
              </a:spcBef>
              <a:spcAft>
                <a:spcPts val="0"/>
              </a:spcAft>
              <a:buClr>
                <a:srgbClr val="000000"/>
              </a:buClr>
              <a:buSzPts val="1800"/>
              <a:buChar char="■"/>
              <a:defRPr/>
            </a:lvl6pPr>
            <a:lvl7pPr marL="3200400" lvl="6" indent="-342900" algn="l">
              <a:lnSpc>
                <a:spcPct val="100000"/>
              </a:lnSpc>
              <a:spcBef>
                <a:spcPts val="600"/>
              </a:spcBef>
              <a:spcAft>
                <a:spcPts val="0"/>
              </a:spcAft>
              <a:buClr>
                <a:srgbClr val="000000"/>
              </a:buClr>
              <a:buSzPts val="1800"/>
              <a:buChar char="●"/>
              <a:defRPr/>
            </a:lvl7pPr>
            <a:lvl8pPr marL="3657600" lvl="7" indent="-342900" algn="l">
              <a:lnSpc>
                <a:spcPct val="100000"/>
              </a:lnSpc>
              <a:spcBef>
                <a:spcPts val="600"/>
              </a:spcBef>
              <a:spcAft>
                <a:spcPts val="0"/>
              </a:spcAft>
              <a:buClr>
                <a:srgbClr val="000000"/>
              </a:buClr>
              <a:buSzPts val="1800"/>
              <a:buChar char="○"/>
              <a:defRPr/>
            </a:lvl8pPr>
            <a:lvl9pPr marL="4114800" lvl="8" indent="-342900" algn="l">
              <a:lnSpc>
                <a:spcPct val="100000"/>
              </a:lnSpc>
              <a:spcBef>
                <a:spcPts val="600"/>
              </a:spcBef>
              <a:spcAft>
                <a:spcPts val="600"/>
              </a:spcAft>
              <a:buClr>
                <a:srgbClr val="000000"/>
              </a:buClr>
              <a:buSzPts val="1800"/>
              <a:buChar char="■"/>
              <a:defRPr/>
            </a:lvl9pPr>
          </a:lstStyle>
          <a:p>
            <a:endParaRPr/>
          </a:p>
        </p:txBody>
      </p:sp>
      <p:sp>
        <p:nvSpPr>
          <p:cNvPr id="59" name="Google Shape;59;p12"/>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60" name="Google Shape;60;p12"/>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12"/>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62" name="Google Shape;62;p12"/>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12"/>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2"/>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5"/>
        <p:cNvGrpSpPr/>
        <p:nvPr/>
      </p:nvGrpSpPr>
      <p:grpSpPr>
        <a:xfrm>
          <a:off x="0" y="0"/>
          <a:ext cx="0" cy="0"/>
          <a:chOff x="0" y="0"/>
          <a:chExt cx="0" cy="0"/>
        </a:xfrm>
      </p:grpSpPr>
      <p:sp>
        <p:nvSpPr>
          <p:cNvPr id="66" name="Google Shape;66;p13"/>
          <p:cNvSpPr txBox="1">
            <a:spLocks noGrp="1"/>
          </p:cNvSpPr>
          <p:nvPr>
            <p:ph type="body" idx="1"/>
          </p:nvPr>
        </p:nvSpPr>
        <p:spPr>
          <a:xfrm>
            <a:off x="311700" y="5640767"/>
            <a:ext cx="5998800" cy="8067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rgbClr val="000000"/>
              </a:buClr>
              <a:buSzPts val="2200"/>
              <a:buNone/>
              <a:defRPr/>
            </a:lvl1pPr>
            <a:lvl2pPr marL="914400" lvl="1" indent="-342900" algn="l">
              <a:lnSpc>
                <a:spcPct val="100000"/>
              </a:lnSpc>
              <a:spcBef>
                <a:spcPts val="600"/>
              </a:spcBef>
              <a:spcAft>
                <a:spcPts val="0"/>
              </a:spcAft>
              <a:buClr>
                <a:srgbClr val="000000"/>
              </a:buClr>
              <a:buSzPts val="1800"/>
              <a:buChar char="○"/>
              <a:defRPr/>
            </a:lvl2pPr>
            <a:lvl3pPr marL="1371600" lvl="2" indent="-342900" algn="l">
              <a:lnSpc>
                <a:spcPct val="100000"/>
              </a:lnSpc>
              <a:spcBef>
                <a:spcPts val="600"/>
              </a:spcBef>
              <a:spcAft>
                <a:spcPts val="0"/>
              </a:spcAft>
              <a:buClr>
                <a:srgbClr val="000000"/>
              </a:buClr>
              <a:buSzPts val="1800"/>
              <a:buChar char="■"/>
              <a:defRPr/>
            </a:lvl3pPr>
            <a:lvl4pPr marL="1828800" lvl="3" indent="-342900" algn="l">
              <a:lnSpc>
                <a:spcPct val="100000"/>
              </a:lnSpc>
              <a:spcBef>
                <a:spcPts val="600"/>
              </a:spcBef>
              <a:spcAft>
                <a:spcPts val="0"/>
              </a:spcAft>
              <a:buClr>
                <a:srgbClr val="000000"/>
              </a:buClr>
              <a:buSzPts val="1800"/>
              <a:buChar char="●"/>
              <a:defRPr/>
            </a:lvl4pPr>
            <a:lvl5pPr marL="2286000" lvl="4" indent="-342900" algn="l">
              <a:lnSpc>
                <a:spcPct val="100000"/>
              </a:lnSpc>
              <a:spcBef>
                <a:spcPts val="600"/>
              </a:spcBef>
              <a:spcAft>
                <a:spcPts val="0"/>
              </a:spcAft>
              <a:buClr>
                <a:srgbClr val="000000"/>
              </a:buClr>
              <a:buSzPts val="1800"/>
              <a:buChar char="○"/>
              <a:defRPr/>
            </a:lvl5pPr>
            <a:lvl6pPr marL="2743200" lvl="5" indent="-342900" algn="l">
              <a:lnSpc>
                <a:spcPct val="100000"/>
              </a:lnSpc>
              <a:spcBef>
                <a:spcPts val="600"/>
              </a:spcBef>
              <a:spcAft>
                <a:spcPts val="0"/>
              </a:spcAft>
              <a:buClr>
                <a:srgbClr val="000000"/>
              </a:buClr>
              <a:buSzPts val="1800"/>
              <a:buChar char="■"/>
              <a:defRPr/>
            </a:lvl6pPr>
            <a:lvl7pPr marL="3200400" lvl="6" indent="-342900" algn="l">
              <a:lnSpc>
                <a:spcPct val="100000"/>
              </a:lnSpc>
              <a:spcBef>
                <a:spcPts val="600"/>
              </a:spcBef>
              <a:spcAft>
                <a:spcPts val="0"/>
              </a:spcAft>
              <a:buClr>
                <a:srgbClr val="000000"/>
              </a:buClr>
              <a:buSzPts val="1800"/>
              <a:buChar char="●"/>
              <a:defRPr/>
            </a:lvl7pPr>
            <a:lvl8pPr marL="3657600" lvl="7" indent="-342900" algn="l">
              <a:lnSpc>
                <a:spcPct val="100000"/>
              </a:lnSpc>
              <a:spcBef>
                <a:spcPts val="600"/>
              </a:spcBef>
              <a:spcAft>
                <a:spcPts val="0"/>
              </a:spcAft>
              <a:buClr>
                <a:srgbClr val="000000"/>
              </a:buClr>
              <a:buSzPts val="1800"/>
              <a:buChar char="○"/>
              <a:defRPr/>
            </a:lvl8pPr>
            <a:lvl9pPr marL="4114800" lvl="8" indent="-342900" algn="l">
              <a:lnSpc>
                <a:spcPct val="100000"/>
              </a:lnSpc>
              <a:spcBef>
                <a:spcPts val="600"/>
              </a:spcBef>
              <a:spcAft>
                <a:spcPts val="600"/>
              </a:spcAft>
              <a:buClr>
                <a:srgbClr val="000000"/>
              </a:buClr>
              <a:buSzPts val="1800"/>
              <a:buChar char="■"/>
              <a:defRPr/>
            </a:lvl9pPr>
          </a:lstStyle>
          <a:p>
            <a:endParaRPr/>
          </a:p>
        </p:txBody>
      </p:sp>
      <p:sp>
        <p:nvSpPr>
          <p:cNvPr id="67" name="Google Shape;67;p13"/>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68" name="Google Shape;68;p13"/>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13"/>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70" name="Google Shape;70;p13"/>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13"/>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3"/>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73"/>
        <p:cNvGrpSpPr/>
        <p:nvPr/>
      </p:nvGrpSpPr>
      <p:grpSpPr>
        <a:xfrm>
          <a:off x="0" y="0"/>
          <a:ext cx="0" cy="0"/>
          <a:chOff x="0" y="0"/>
          <a:chExt cx="0" cy="0"/>
        </a:xfrm>
      </p:grpSpPr>
      <p:sp>
        <p:nvSpPr>
          <p:cNvPr id="74" name="Google Shape;74;p14"/>
          <p:cNvSpPr txBox="1">
            <a:spLocks noGrp="1"/>
          </p:cNvSpPr>
          <p:nvPr>
            <p:ph type="title"/>
          </p:nvPr>
        </p:nvSpPr>
        <p:spPr>
          <a:xfrm>
            <a:off x="311700" y="1474833"/>
            <a:ext cx="8520600" cy="2618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endParaRPr/>
          </a:p>
        </p:txBody>
      </p:sp>
      <p:sp>
        <p:nvSpPr>
          <p:cNvPr id="75" name="Google Shape;75;p14"/>
          <p:cNvSpPr txBox="1">
            <a:spLocks noGrp="1"/>
          </p:cNvSpPr>
          <p:nvPr>
            <p:ph type="body" idx="1"/>
          </p:nvPr>
        </p:nvSpPr>
        <p:spPr>
          <a:xfrm>
            <a:off x="311700" y="4202967"/>
            <a:ext cx="8520600" cy="1734300"/>
          </a:xfrm>
          <a:prstGeom prst="rect">
            <a:avLst/>
          </a:prstGeom>
          <a:noFill/>
          <a:ln>
            <a:noFill/>
          </a:ln>
        </p:spPr>
        <p:txBody>
          <a:bodyPr spcFirstLastPara="1" wrap="square" lIns="91425" tIns="91425" rIns="91425" bIns="91425" anchor="t" anchorCtr="0">
            <a:noAutofit/>
          </a:bodyPr>
          <a:lstStyle>
            <a:lvl1pPr marL="457200" lvl="0" indent="-368300" algn="ctr">
              <a:lnSpc>
                <a:spcPct val="100000"/>
              </a:lnSpc>
              <a:spcBef>
                <a:spcPts val="0"/>
              </a:spcBef>
              <a:spcAft>
                <a:spcPts val="0"/>
              </a:spcAft>
              <a:buClr>
                <a:srgbClr val="000000"/>
              </a:buClr>
              <a:buSzPts val="2200"/>
              <a:buChar char="●"/>
              <a:defRPr/>
            </a:lvl1pPr>
            <a:lvl2pPr marL="914400" lvl="1" indent="-342900" algn="ctr">
              <a:lnSpc>
                <a:spcPct val="100000"/>
              </a:lnSpc>
              <a:spcBef>
                <a:spcPts val="600"/>
              </a:spcBef>
              <a:spcAft>
                <a:spcPts val="0"/>
              </a:spcAft>
              <a:buClr>
                <a:srgbClr val="000000"/>
              </a:buClr>
              <a:buSzPts val="1800"/>
              <a:buChar char="○"/>
              <a:defRPr/>
            </a:lvl2pPr>
            <a:lvl3pPr marL="1371600" lvl="2" indent="-342900" algn="ctr">
              <a:lnSpc>
                <a:spcPct val="100000"/>
              </a:lnSpc>
              <a:spcBef>
                <a:spcPts val="600"/>
              </a:spcBef>
              <a:spcAft>
                <a:spcPts val="0"/>
              </a:spcAft>
              <a:buClr>
                <a:srgbClr val="000000"/>
              </a:buClr>
              <a:buSzPts val="1800"/>
              <a:buChar char="■"/>
              <a:defRPr/>
            </a:lvl3pPr>
            <a:lvl4pPr marL="1828800" lvl="3" indent="-342900" algn="ctr">
              <a:lnSpc>
                <a:spcPct val="100000"/>
              </a:lnSpc>
              <a:spcBef>
                <a:spcPts val="600"/>
              </a:spcBef>
              <a:spcAft>
                <a:spcPts val="0"/>
              </a:spcAft>
              <a:buClr>
                <a:srgbClr val="000000"/>
              </a:buClr>
              <a:buSzPts val="1800"/>
              <a:buChar char="●"/>
              <a:defRPr/>
            </a:lvl4pPr>
            <a:lvl5pPr marL="2286000" lvl="4" indent="-342900" algn="ctr">
              <a:lnSpc>
                <a:spcPct val="100000"/>
              </a:lnSpc>
              <a:spcBef>
                <a:spcPts val="600"/>
              </a:spcBef>
              <a:spcAft>
                <a:spcPts val="0"/>
              </a:spcAft>
              <a:buClr>
                <a:srgbClr val="000000"/>
              </a:buClr>
              <a:buSzPts val="1800"/>
              <a:buChar char="○"/>
              <a:defRPr/>
            </a:lvl5pPr>
            <a:lvl6pPr marL="2743200" lvl="5" indent="-342900" algn="ctr">
              <a:lnSpc>
                <a:spcPct val="100000"/>
              </a:lnSpc>
              <a:spcBef>
                <a:spcPts val="600"/>
              </a:spcBef>
              <a:spcAft>
                <a:spcPts val="0"/>
              </a:spcAft>
              <a:buClr>
                <a:srgbClr val="000000"/>
              </a:buClr>
              <a:buSzPts val="1800"/>
              <a:buChar char="■"/>
              <a:defRPr/>
            </a:lvl6pPr>
            <a:lvl7pPr marL="3200400" lvl="6" indent="-342900" algn="ctr">
              <a:lnSpc>
                <a:spcPct val="100000"/>
              </a:lnSpc>
              <a:spcBef>
                <a:spcPts val="600"/>
              </a:spcBef>
              <a:spcAft>
                <a:spcPts val="0"/>
              </a:spcAft>
              <a:buClr>
                <a:srgbClr val="000000"/>
              </a:buClr>
              <a:buSzPts val="1800"/>
              <a:buChar char="●"/>
              <a:defRPr/>
            </a:lvl7pPr>
            <a:lvl8pPr marL="3657600" lvl="7" indent="-342900" algn="ctr">
              <a:lnSpc>
                <a:spcPct val="100000"/>
              </a:lnSpc>
              <a:spcBef>
                <a:spcPts val="600"/>
              </a:spcBef>
              <a:spcAft>
                <a:spcPts val="0"/>
              </a:spcAft>
              <a:buClr>
                <a:srgbClr val="000000"/>
              </a:buClr>
              <a:buSzPts val="1800"/>
              <a:buChar char="○"/>
              <a:defRPr/>
            </a:lvl8pPr>
            <a:lvl9pPr marL="4114800" lvl="8" indent="-342900" algn="ctr">
              <a:lnSpc>
                <a:spcPct val="100000"/>
              </a:lnSpc>
              <a:spcBef>
                <a:spcPts val="600"/>
              </a:spcBef>
              <a:spcAft>
                <a:spcPts val="600"/>
              </a:spcAft>
              <a:buClr>
                <a:srgbClr val="000000"/>
              </a:buClr>
              <a:buSzPts val="1800"/>
              <a:buChar char="■"/>
              <a:defRPr/>
            </a:lvl9pPr>
          </a:lstStyle>
          <a:p>
            <a:endParaRPr/>
          </a:p>
        </p:txBody>
      </p:sp>
      <p:sp>
        <p:nvSpPr>
          <p:cNvPr id="76" name="Google Shape;76;p14"/>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77" name="Google Shape;77;p14"/>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4"/>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79" name="Google Shape;79;p14"/>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4"/>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4"/>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2"/>
        <p:cNvGrpSpPr/>
        <p:nvPr/>
      </p:nvGrpSpPr>
      <p:grpSpPr>
        <a:xfrm>
          <a:off x="0" y="0"/>
          <a:ext cx="0" cy="0"/>
          <a:chOff x="0" y="0"/>
          <a:chExt cx="0" cy="0"/>
        </a:xfrm>
      </p:grpSpPr>
      <p:sp>
        <p:nvSpPr>
          <p:cNvPr id="83" name="Google Shape;83;p15"/>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84" name="Google Shape;84;p15"/>
          <p:cNvSpPr/>
          <p:nvPr/>
        </p:nvSpPr>
        <p:spPr>
          <a:xfrm>
            <a:off x="-11025" y="6347775"/>
            <a:ext cx="91551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5"/>
          <p:cNvSpPr txBox="1"/>
          <p:nvPr/>
        </p:nvSpPr>
        <p:spPr>
          <a:xfrm>
            <a:off x="3343200" y="6431140"/>
            <a:ext cx="24576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86" name="Google Shape;86;p15"/>
          <p:cNvSpPr/>
          <p:nvPr/>
        </p:nvSpPr>
        <p:spPr>
          <a:xfrm rot="10800000">
            <a:off x="6945800" y="275"/>
            <a:ext cx="22071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5"/>
          <p:cNvSpPr/>
          <p:nvPr/>
        </p:nvSpPr>
        <p:spPr>
          <a:xfrm rot="10800000">
            <a:off x="-2200" y="-25"/>
            <a:ext cx="91551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5"/>
          <p:cNvSpPr txBox="1"/>
          <p:nvPr/>
        </p:nvSpPr>
        <p:spPr>
          <a:xfrm>
            <a:off x="6945800" y="248094"/>
            <a:ext cx="22071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400"/>
              <a:buFont typeface="Georgia"/>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lvl="1">
              <a:spcBef>
                <a:spcPts val="0"/>
              </a:spcBef>
              <a:spcAft>
                <a:spcPts val="0"/>
              </a:spcAft>
              <a:buSzPts val="2800"/>
              <a:buFont typeface="Archivo Narrow"/>
              <a:buNone/>
              <a:defRPr sz="2800" b="1">
                <a:latin typeface="Archivo Narrow"/>
                <a:ea typeface="Archivo Narrow"/>
                <a:cs typeface="Archivo Narrow"/>
                <a:sym typeface="Archivo Narrow"/>
              </a:defRPr>
            </a:lvl2pPr>
            <a:lvl3pPr lvl="2">
              <a:spcBef>
                <a:spcPts val="0"/>
              </a:spcBef>
              <a:spcAft>
                <a:spcPts val="0"/>
              </a:spcAft>
              <a:buSzPts val="2800"/>
              <a:buFont typeface="Archivo Narrow"/>
              <a:buNone/>
              <a:defRPr sz="2800" b="1">
                <a:latin typeface="Archivo Narrow"/>
                <a:ea typeface="Archivo Narrow"/>
                <a:cs typeface="Archivo Narrow"/>
                <a:sym typeface="Archivo Narrow"/>
              </a:defRPr>
            </a:lvl3pPr>
            <a:lvl4pPr lvl="3">
              <a:spcBef>
                <a:spcPts val="0"/>
              </a:spcBef>
              <a:spcAft>
                <a:spcPts val="0"/>
              </a:spcAft>
              <a:buSzPts val="2800"/>
              <a:buFont typeface="Archivo Narrow"/>
              <a:buNone/>
              <a:defRPr sz="2800" b="1">
                <a:latin typeface="Archivo Narrow"/>
                <a:ea typeface="Archivo Narrow"/>
                <a:cs typeface="Archivo Narrow"/>
                <a:sym typeface="Archivo Narrow"/>
              </a:defRPr>
            </a:lvl4pPr>
            <a:lvl5pPr lvl="4">
              <a:spcBef>
                <a:spcPts val="0"/>
              </a:spcBef>
              <a:spcAft>
                <a:spcPts val="0"/>
              </a:spcAft>
              <a:buSzPts val="2800"/>
              <a:buFont typeface="Archivo Narrow"/>
              <a:buNone/>
              <a:defRPr sz="2800" b="1">
                <a:latin typeface="Archivo Narrow"/>
                <a:ea typeface="Archivo Narrow"/>
                <a:cs typeface="Archivo Narrow"/>
                <a:sym typeface="Archivo Narrow"/>
              </a:defRPr>
            </a:lvl5pPr>
            <a:lvl6pPr lvl="5">
              <a:spcBef>
                <a:spcPts val="0"/>
              </a:spcBef>
              <a:spcAft>
                <a:spcPts val="0"/>
              </a:spcAft>
              <a:buSzPts val="2800"/>
              <a:buFont typeface="Archivo Narrow"/>
              <a:buNone/>
              <a:defRPr sz="2800" b="1">
                <a:latin typeface="Archivo Narrow"/>
                <a:ea typeface="Archivo Narrow"/>
                <a:cs typeface="Archivo Narrow"/>
                <a:sym typeface="Archivo Narrow"/>
              </a:defRPr>
            </a:lvl6pPr>
            <a:lvl7pPr lvl="6">
              <a:spcBef>
                <a:spcPts val="0"/>
              </a:spcBef>
              <a:spcAft>
                <a:spcPts val="0"/>
              </a:spcAft>
              <a:buSzPts val="2800"/>
              <a:buFont typeface="Archivo Narrow"/>
              <a:buNone/>
              <a:defRPr sz="2800" b="1">
                <a:latin typeface="Archivo Narrow"/>
                <a:ea typeface="Archivo Narrow"/>
                <a:cs typeface="Archivo Narrow"/>
                <a:sym typeface="Archivo Narrow"/>
              </a:defRPr>
            </a:lvl7pPr>
            <a:lvl8pPr lvl="7">
              <a:spcBef>
                <a:spcPts val="0"/>
              </a:spcBef>
              <a:spcAft>
                <a:spcPts val="0"/>
              </a:spcAft>
              <a:buSzPts val="2800"/>
              <a:buFont typeface="Archivo Narrow"/>
              <a:buNone/>
              <a:defRPr sz="2800" b="1">
                <a:latin typeface="Archivo Narrow"/>
                <a:ea typeface="Archivo Narrow"/>
                <a:cs typeface="Archivo Narrow"/>
                <a:sym typeface="Archivo Narrow"/>
              </a:defRPr>
            </a:lvl8pPr>
            <a:lvl9pPr lvl="8">
              <a:spcBef>
                <a:spcPts val="0"/>
              </a:spcBef>
              <a:spcAft>
                <a:spcPts val="0"/>
              </a:spcAft>
              <a:buSzPts val="2800"/>
              <a:buFont typeface="Archivo Narrow"/>
              <a:buNone/>
              <a:defRPr sz="2800" b="1">
                <a:latin typeface="Archivo Narrow"/>
                <a:ea typeface="Archivo Narrow"/>
                <a:cs typeface="Archivo Narrow"/>
                <a:sym typeface="Archivo Narrow"/>
              </a:defRPr>
            </a:lvl9pPr>
          </a:lstStyle>
          <a:p>
            <a:endParaRPr/>
          </a:p>
        </p:txBody>
      </p:sp>
      <p:sp>
        <p:nvSpPr>
          <p:cNvPr id="7" name="Google Shape;7;p6"/>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Autofit/>
          </a:bodyPr>
          <a:lstStyle>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endParaRPr/>
          </a:p>
        </p:txBody>
      </p:sp>
      <p:sp>
        <p:nvSpPr>
          <p:cNvPr id="8" name="Google Shape;8;p6"/>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txBox="1">
            <a:spLocks noGrp="1"/>
          </p:cNvSpPr>
          <p:nvPr>
            <p:ph type="ctrTitle"/>
          </p:nvPr>
        </p:nvSpPr>
        <p:spPr>
          <a:xfrm>
            <a:off x="311700" y="2084439"/>
            <a:ext cx="8520600" cy="904567"/>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rgbClr val="000000"/>
              </a:buClr>
              <a:buSzPts val="3600"/>
              <a:buNone/>
            </a:pPr>
            <a:endParaRPr>
              <a:latin typeface="Arial"/>
              <a:ea typeface="Arial"/>
              <a:cs typeface="Arial"/>
              <a:sym typeface="Arial"/>
            </a:endParaRPr>
          </a:p>
        </p:txBody>
      </p:sp>
      <p:sp>
        <p:nvSpPr>
          <p:cNvPr id="94" name="Google Shape;94;p1"/>
          <p:cNvSpPr/>
          <p:nvPr/>
        </p:nvSpPr>
        <p:spPr>
          <a:xfrm>
            <a:off x="3011316" y="4196367"/>
            <a:ext cx="3121367" cy="138499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800"/>
              <a:buFont typeface="Arial"/>
              <a:buNone/>
            </a:pPr>
            <a:endParaRPr/>
          </a:p>
          <a:p>
            <a:pPr marL="0" marR="0" lvl="0" indent="0" algn="ctr" rtl="0">
              <a:lnSpc>
                <a:spcPct val="100000"/>
              </a:lnSpc>
              <a:spcBef>
                <a:spcPts val="0"/>
              </a:spcBef>
              <a:spcAft>
                <a:spcPts val="0"/>
              </a:spcAft>
              <a:buClr>
                <a:schemeClr val="dk1"/>
              </a:buClr>
              <a:buSzPts val="2800"/>
              <a:buFont typeface="Arial"/>
              <a:buNone/>
            </a:pPr>
            <a:endParaRPr sz="24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4c03a45926_0_0"/>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g34c03a45926_0_0"/>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
          <p:cNvSpPr txBox="1">
            <a:spLocks noGrp="1"/>
          </p:cNvSpPr>
          <p:nvPr>
            <p:ph type="ctrTitle"/>
          </p:nvPr>
        </p:nvSpPr>
        <p:spPr>
          <a:xfrm>
            <a:off x="311700" y="2084439"/>
            <a:ext cx="8520600" cy="904567"/>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US" b="1" i="0" u="none" strike="noStrike" cap="none" dirty="0" err="1">
                <a:solidFill>
                  <a:srgbClr val="003087"/>
                </a:solidFill>
                <a:latin typeface="Times New Roman" panose="02020603050405020304" pitchFamily="18" charset="0"/>
                <a:ea typeface="Tahoma" panose="020B0604030504040204" pitchFamily="34" charset="0"/>
                <a:cs typeface="Times New Roman" panose="02020603050405020304" pitchFamily="18" charset="0"/>
              </a:rPr>
              <a:t>MobiTrace</a:t>
            </a:r>
            <a:r>
              <a:rPr lang="en-US" b="1" i="0" u="none" strike="noStrike" cap="none" dirty="0">
                <a:solidFill>
                  <a:srgbClr val="003087"/>
                </a:solidFill>
                <a:latin typeface="Times New Roman" panose="02020603050405020304" pitchFamily="18" charset="0"/>
                <a:ea typeface="Tahoma" panose="020B0604030504040204" pitchFamily="34" charset="0"/>
                <a:cs typeface="Times New Roman" panose="02020603050405020304" pitchFamily="18" charset="0"/>
              </a:rPr>
              <a:t> Pro</a:t>
            </a:r>
          </a:p>
          <a:p>
            <a:pPr marL="0" lvl="0" indent="0" algn="ctr" rtl="0">
              <a:lnSpc>
                <a:spcPct val="100000"/>
              </a:lnSpc>
              <a:spcBef>
                <a:spcPts val="0"/>
              </a:spcBef>
              <a:spcAft>
                <a:spcPts val="0"/>
              </a:spcAft>
              <a:buNone/>
            </a:pPr>
            <a:r>
              <a:rPr lang="en-US" sz="2400" b="0" i="0" u="none" strike="noStrike" cap="none" dirty="0">
                <a:solidFill>
                  <a:srgbClr val="003087"/>
                </a:solidFill>
                <a:latin typeface="Times New Roman" panose="02020603050405020304" pitchFamily="18" charset="0"/>
                <a:ea typeface="Tahoma" panose="020B0604030504040204" pitchFamily="34" charset="0"/>
                <a:cs typeface="Times New Roman" panose="02020603050405020304" pitchFamily="18" charset="0"/>
              </a:rPr>
              <a:t>AI-Powered Android Mobile Forensic Investigation Suite</a:t>
            </a:r>
          </a:p>
        </p:txBody>
      </p:sp>
      <p:sp>
        <p:nvSpPr>
          <p:cNvPr id="94" name="Google Shape;94;p1"/>
          <p:cNvSpPr/>
          <p:nvPr/>
        </p:nvSpPr>
        <p:spPr>
          <a:xfrm>
            <a:off x="3011316" y="4196367"/>
            <a:ext cx="3121367" cy="1384954"/>
          </a:xfrm>
          <a:prstGeom prst="rect">
            <a:avLst/>
          </a:prstGeom>
          <a:noFill/>
          <a:ln>
            <a:noFill/>
          </a:ln>
        </p:spPr>
        <p:txBody>
          <a:bodyPr spcFirstLastPara="1" wrap="square" lIns="91425" tIns="45700" rIns="91425" bIns="45700" anchor="t" anchorCtr="0">
            <a:spAutoFit/>
          </a:bodyPr>
          <a:lstStyle/>
          <a:p>
            <a:pPr lvl="0" algn="ctr"/>
            <a:r>
              <a:rPr lang="en-US" sz="2000" b="1" i="0" u="none" strike="noStrike" cap="none" dirty="0">
                <a:solidFill>
                  <a:srgbClr val="003087"/>
                </a:solidFill>
                <a:latin typeface="Times New Roman" panose="02020603050405020304" pitchFamily="18" charset="0"/>
                <a:cs typeface="Times New Roman" panose="02020603050405020304" pitchFamily="18" charset="0"/>
              </a:rPr>
              <a:t>Domain: </a:t>
            </a:r>
            <a:r>
              <a:rPr lang="en-US" sz="2000" b="1" dirty="0">
                <a:solidFill>
                  <a:srgbClr val="003087"/>
                </a:solidFill>
                <a:latin typeface="Times New Roman" panose="02020603050405020304" pitchFamily="18" charset="0"/>
                <a:cs typeface="Times New Roman" panose="02020603050405020304" pitchFamily="18" charset="0"/>
              </a:rPr>
              <a:t>Cybersecurity | </a:t>
            </a:r>
          </a:p>
          <a:p>
            <a:pPr lvl="0" algn="ctr"/>
            <a:r>
              <a:rPr lang="en-US" sz="2000" b="1" i="0" u="none" strike="noStrike" cap="none" dirty="0">
                <a:solidFill>
                  <a:srgbClr val="003087"/>
                </a:solidFill>
                <a:latin typeface="Times New Roman" panose="02020603050405020304" pitchFamily="18" charset="0"/>
                <a:cs typeface="Times New Roman" panose="02020603050405020304" pitchFamily="18" charset="0"/>
              </a:rPr>
              <a:t>Digital Forensics</a:t>
            </a:r>
          </a:p>
          <a:p>
            <a:pPr marL="0" marR="0" lvl="0" indent="0" algn="ctr" rtl="0">
              <a:lnSpc>
                <a:spcPct val="100000"/>
              </a:lnSpc>
              <a:spcBef>
                <a:spcPts val="0"/>
              </a:spcBef>
              <a:spcAft>
                <a:spcPts val="0"/>
              </a:spcAft>
              <a:buNone/>
            </a:pPr>
            <a:r>
              <a:rPr lang="en-US" sz="2000" b="0" i="0" u="none" strike="noStrike" cap="none" dirty="0">
                <a:solidFill>
                  <a:srgbClr val="444444"/>
                </a:solidFill>
                <a:latin typeface="Times New Roman" panose="02020603050405020304" pitchFamily="18" charset="0"/>
                <a:cs typeface="Times New Roman" panose="02020603050405020304" pitchFamily="18" charset="0"/>
              </a:rPr>
              <a:t>Research Internship </a:t>
            </a:r>
          </a:p>
          <a:p>
            <a:pPr marL="0" marR="0" lvl="0" indent="0" algn="ctr" rtl="0">
              <a:lnSpc>
                <a:spcPct val="100000"/>
              </a:lnSpc>
              <a:spcBef>
                <a:spcPts val="0"/>
              </a:spcBef>
              <a:spcAft>
                <a:spcPts val="0"/>
              </a:spcAft>
              <a:buClr>
                <a:schemeClr val="dk1"/>
              </a:buClr>
              <a:buSzPts val="2800"/>
              <a:buFont typeface="Arial"/>
              <a:buNone/>
            </a:pPr>
            <a:endParaRPr sz="24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4c03a45926_0_0"/>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i="0" u="none" strike="noStrike" cap="none" dirty="0">
                <a:solidFill>
                  <a:srgbClr val="003087"/>
                </a:solidFill>
                <a:latin typeface="Times New Roman" panose="02020603050405020304" pitchFamily="18" charset="0"/>
                <a:cs typeface="Times New Roman" panose="02020603050405020304" pitchFamily="18" charset="0"/>
              </a:rPr>
              <a:t>Abstract</a:t>
            </a:r>
          </a:p>
        </p:txBody>
      </p:sp>
      <p:sp>
        <p:nvSpPr>
          <p:cNvPr id="100" name="Google Shape;100;g34c03a45926_0_0"/>
          <p:cNvSpPr txBox="1">
            <a:spLocks noGrp="1"/>
          </p:cNvSpPr>
          <p:nvPr>
            <p:ph type="body" idx="1"/>
          </p:nvPr>
        </p:nvSpPr>
        <p:spPr>
          <a:xfrm>
            <a:off x="311700" y="975117"/>
            <a:ext cx="8520600" cy="4555200"/>
          </a:xfrm>
          <a:prstGeom prst="rect">
            <a:avLst/>
          </a:prstGeom>
        </p:spPr>
        <p:txBody>
          <a:bodyPr spcFirstLastPara="1" wrap="square" lIns="91425" tIns="91425" rIns="91425" bIns="91425" anchor="t" anchorCtr="0">
            <a:noAutofit/>
          </a:bodyPr>
          <a:lstStyle/>
          <a:p>
            <a:pPr algn="l">
              <a:spcBef>
                <a:spcPts val="0"/>
              </a:spcBef>
              <a:spcAft>
                <a:spcPts val="0"/>
              </a:spcAft>
              <a:buNone/>
            </a:pPr>
            <a:endParaRPr dirty="0">
              <a:latin typeface="Times New Roman" panose="02020603050405020304" pitchFamily="18" charset="0"/>
              <a:cs typeface="Times New Roman" panose="02020603050405020304" pitchFamily="18" charset="0"/>
            </a:endParaRPr>
          </a:p>
          <a:p>
            <a:pPr lvl="0" algn="l" rtl="0">
              <a:lnSpc>
                <a:spcPts val="2200"/>
              </a:lnSpc>
              <a:spcBef>
                <a:spcPts val="200"/>
              </a:spcBef>
              <a:spcAft>
                <a:spcPts val="200"/>
              </a:spcAft>
              <a:buNone/>
            </a:pP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MobiTrace</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Pro is an AI-powered Android mobile forensic investigation suite designed for digital crime investigation. The tool automates the extraction and analysis of forensic artifacts from Android devices connected via USB, covering call logs, SMS messages, WhatsApp conversations, image metadata, browser history, and network logs.</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lnSpc>
                <a:spcPts val="2200"/>
              </a:lnSpc>
              <a:spcBef>
                <a:spcPts val="200"/>
              </a:spcBef>
              <a:spcAft>
                <a:spcPts val="200"/>
              </a:spcAft>
              <a:buNone/>
            </a:pPr>
            <a:r>
              <a:rPr lang="en-US" sz="1800" b="0" i="0" u="none" strike="noStrike" cap="none" dirty="0">
                <a:solidFill>
                  <a:srgbClr val="222222"/>
                </a:solidFill>
                <a:latin typeface="Times New Roman" panose="02020603050405020304" pitchFamily="18" charset="0"/>
                <a:cs typeface="Times New Roman" panose="02020603050405020304" pitchFamily="18" charset="0"/>
              </a:rPr>
              <a:t>Once extraction is complete, an integrated AI engine powered by Claude API automatically generates a comprehensive court-ready forensic report in PDF and CSV formats. Additionally, investigators can interact with the evidence through a natural language AI chat interface, querying specific evidence patterns and receiving targeted reports with exact file locations and timestamps.</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lnSpc>
                <a:spcPts val="2200"/>
              </a:lnSpc>
              <a:spcBef>
                <a:spcPts val="200"/>
              </a:spcBef>
              <a:spcAft>
                <a:spcPts val="200"/>
              </a:spcAft>
              <a:buNone/>
            </a:pPr>
            <a:r>
              <a:rPr lang="en-US" sz="1800" b="0" i="0" u="none" strike="noStrike" cap="none" dirty="0">
                <a:solidFill>
                  <a:srgbClr val="222222"/>
                </a:solidFill>
                <a:latin typeface="Times New Roman" panose="02020603050405020304" pitchFamily="18" charset="0"/>
                <a:cs typeface="Times New Roman" panose="02020603050405020304" pitchFamily="18" charset="0"/>
              </a:rPr>
              <a:t>The tool addresses the major gaps in current mobile forensics — high tool cost, lack of automation, absence of AI-powered reporting, and no </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standardised</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multi-artifact extraction framework for Android devices.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4c03a45926_0_0"/>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i="0" u="none" strike="noStrike" cap="none" dirty="0">
                <a:solidFill>
                  <a:srgbClr val="003087"/>
                </a:solidFill>
                <a:latin typeface="Times New Roman" panose="02020603050405020304" pitchFamily="18" charset="0"/>
                <a:cs typeface="Times New Roman" panose="02020603050405020304" pitchFamily="18" charset="0"/>
              </a:rPr>
              <a:t>Introduction</a:t>
            </a:r>
          </a:p>
        </p:txBody>
      </p:sp>
      <p:sp>
        <p:nvSpPr>
          <p:cNvPr id="100" name="Google Shape;100;g34c03a45926_0_0"/>
          <p:cNvSpPr txBox="1">
            <a:spLocks noGrp="1"/>
          </p:cNvSpPr>
          <p:nvPr>
            <p:ph type="body" idx="1"/>
          </p:nvPr>
        </p:nvSpPr>
        <p:spPr>
          <a:xfrm>
            <a:off x="311700" y="1356867"/>
            <a:ext cx="8520600" cy="4555200"/>
          </a:xfrm>
          <a:prstGeom prst="rect">
            <a:avLst/>
          </a:prstGeom>
        </p:spPr>
        <p:txBody>
          <a:bodyPr spcFirstLastPara="1" wrap="square" lIns="91425" tIns="91425" rIns="91425" bIns="91425" anchor="t" anchorCtr="0">
            <a:noAutofit/>
          </a:bodyPr>
          <a:lstStyle/>
          <a:p>
            <a:pPr lvl="0" algn="l" rtl="0">
              <a:lnSpc>
                <a:spcPts val="2200"/>
              </a:lnSpc>
              <a:spcBef>
                <a:spcPts val="200"/>
              </a:spcBef>
              <a:spcAft>
                <a:spcPts val="200"/>
              </a:spcAft>
              <a:buNone/>
            </a:pPr>
            <a:r>
              <a:rPr lang="en-US" sz="2000" b="1" i="0" u="none" strike="noStrike" cap="none" dirty="0">
                <a:solidFill>
                  <a:srgbClr val="003087"/>
                </a:solidFill>
                <a:latin typeface="Times New Roman" panose="02020603050405020304" pitchFamily="18" charset="0"/>
                <a:cs typeface="Times New Roman" panose="02020603050405020304" pitchFamily="18" charset="0"/>
              </a:rPr>
              <a:t>Background</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In today's cybercrime landscape, mobile phones are the most common digital evidence source. Over 90% of investigations involve a mobile device as primary evidence.</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Android dominates the mobile OS market, yet affordable and open-source forensic tools for Android are scarce. Existing solutions like Cellebrite and AXIOM cost thousands of dollars.</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Manual investigation of Android artifacts — call logs, SMS, WhatsApp, photos, network data — is time-consuming, inconsistent, and prone to human error.</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lnSpc>
                <a:spcPts val="2200"/>
              </a:lnSpc>
              <a:spcBef>
                <a:spcPts val="200"/>
              </a:spcBef>
              <a:spcAft>
                <a:spcPts val="200"/>
              </a:spcAft>
              <a:buNone/>
            </a:pPr>
            <a:r>
              <a:rPr lang="en-US" sz="2000" b="1" i="0" u="none" strike="noStrike" cap="none" dirty="0">
                <a:solidFill>
                  <a:srgbClr val="003087"/>
                </a:solidFill>
                <a:latin typeface="Times New Roman" panose="02020603050405020304" pitchFamily="18" charset="0"/>
                <a:cs typeface="Times New Roman" panose="02020603050405020304" pitchFamily="18" charset="0"/>
              </a:rPr>
              <a:t>Why </a:t>
            </a:r>
            <a:r>
              <a:rPr lang="en-US" sz="2000" b="1" i="0" u="none" strike="noStrike" cap="none" dirty="0" err="1">
                <a:solidFill>
                  <a:srgbClr val="003087"/>
                </a:solidFill>
                <a:latin typeface="Times New Roman" panose="02020603050405020304" pitchFamily="18" charset="0"/>
                <a:cs typeface="Times New Roman" panose="02020603050405020304" pitchFamily="18" charset="0"/>
              </a:rPr>
              <a:t>MobiTrace</a:t>
            </a:r>
            <a:r>
              <a:rPr lang="en-US" sz="2000" b="1" i="0" u="none" strike="noStrike" cap="none" dirty="0">
                <a:solidFill>
                  <a:srgbClr val="003087"/>
                </a:solidFill>
                <a:latin typeface="Times New Roman" panose="02020603050405020304" pitchFamily="18" charset="0"/>
                <a:cs typeface="Times New Roman" panose="02020603050405020304" pitchFamily="18" charset="0"/>
              </a:rPr>
              <a:t> Pro?</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Bridges the gap between expensive professional tools and accessible open-source solutions by combining automated extraction with AI-driven forensic analysis.</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Introduces an interactive natural language query engine — the first of its kind in open-source mobile forensics — allowing investigators to interrogate evidence in plain English.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4c03a45926_0_0"/>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i="0" u="none" strike="noStrike" cap="none" dirty="0">
                <a:solidFill>
                  <a:srgbClr val="003087"/>
                </a:solidFill>
                <a:latin typeface="Times New Roman" panose="02020603050405020304" pitchFamily="18" charset="0"/>
                <a:cs typeface="Times New Roman" panose="02020603050405020304" pitchFamily="18" charset="0"/>
              </a:rPr>
              <a:t>Objective</a:t>
            </a:r>
          </a:p>
        </p:txBody>
      </p:sp>
      <p:sp>
        <p:nvSpPr>
          <p:cNvPr id="100" name="Google Shape;100;g34c03a45926_0_0"/>
          <p:cNvSpPr txBox="1">
            <a:spLocks noGrp="1"/>
          </p:cNvSpPr>
          <p:nvPr>
            <p:ph type="body" idx="1"/>
          </p:nvPr>
        </p:nvSpPr>
        <p:spPr>
          <a:xfrm>
            <a:off x="311700" y="1356867"/>
            <a:ext cx="8520600" cy="4555200"/>
          </a:xfrm>
          <a:prstGeom prst="rect">
            <a:avLst/>
          </a:prstGeom>
        </p:spPr>
        <p:txBody>
          <a:bodyPr spcFirstLastPara="1" wrap="square" lIns="91425" tIns="91425" rIns="91425" bIns="91425" anchor="t" anchorCtr="0">
            <a:noAutofit/>
          </a:bodyPr>
          <a:lstStyle/>
          <a:p>
            <a:pPr lvl="0" algn="l" rtl="0">
              <a:lnSpc>
                <a:spcPts val="2200"/>
              </a:lnSpc>
              <a:spcBef>
                <a:spcPts val="200"/>
              </a:spcBef>
              <a:spcAft>
                <a:spcPts val="200"/>
              </a:spcAft>
              <a:buNone/>
            </a:pPr>
            <a:r>
              <a:rPr lang="en-US" sz="1800" b="1" i="0" u="none" strike="noStrike" cap="none" dirty="0">
                <a:solidFill>
                  <a:srgbClr val="003087"/>
                </a:solidFill>
                <a:latin typeface="Times New Roman" panose="02020603050405020304" pitchFamily="18" charset="0"/>
                <a:cs typeface="Times New Roman" panose="02020603050405020304" pitchFamily="18" charset="0"/>
              </a:rPr>
              <a:t>Primary Objectives</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Build an automated USB-based extraction pipeline that detects Android devices and </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organises</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all evidence into a named folder on the investigator's desktop.</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Extract six categories of forensic artifacts: Call Logs, SMS, WhatsApp Chats, Image Metadata (GPS), Browser History, and Network/</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WiFi</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Logs.</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Develop an AI-powered report generator that reads all extracted data and produces a structured, court-ready PDF forensic report and a CSV evidence spreadsheet automatically.</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Create an interactive AI chat interface where investigators can query specific evidence (e.g., contacts, locations, timelines) and receive targeted evidence reports.</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lnSpc>
                <a:spcPts val="2200"/>
              </a:lnSpc>
              <a:spcBef>
                <a:spcPts val="200"/>
              </a:spcBef>
              <a:spcAft>
                <a:spcPts val="200"/>
              </a:spcAft>
              <a:buNone/>
            </a:pPr>
            <a:r>
              <a:rPr lang="en-US" sz="2000" b="1" i="0" u="none" strike="noStrike" cap="none" dirty="0">
                <a:solidFill>
                  <a:srgbClr val="003087"/>
                </a:solidFill>
                <a:latin typeface="Times New Roman" panose="02020603050405020304" pitchFamily="18" charset="0"/>
                <a:cs typeface="Times New Roman" panose="02020603050405020304" pitchFamily="18" charset="0"/>
              </a:rPr>
              <a:t>Secondary Objectives</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Ensure universal Android compatibility via ADB (all manufacturers: Samsung, Realme, OnePlus, Xiaomi).</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Establish a complete, reproducible forensic workflow suitable for academic publication and copyright filing.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4c03a45926_0_0"/>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i="0" u="none" strike="noStrike" cap="none" dirty="0">
                <a:solidFill>
                  <a:srgbClr val="003087"/>
                </a:solidFill>
                <a:latin typeface="Times New Roman" panose="02020603050405020304" pitchFamily="18" charset="0"/>
                <a:cs typeface="Times New Roman" panose="02020603050405020304" pitchFamily="18" charset="0"/>
              </a:rPr>
              <a:t>Problem Statement</a:t>
            </a:r>
          </a:p>
        </p:txBody>
      </p:sp>
      <p:sp>
        <p:nvSpPr>
          <p:cNvPr id="100" name="Google Shape;100;g34c03a45926_0_0"/>
          <p:cNvSpPr txBox="1">
            <a:spLocks noGrp="1"/>
          </p:cNvSpPr>
          <p:nvPr>
            <p:ph type="body" idx="1"/>
          </p:nvPr>
        </p:nvSpPr>
        <p:spPr>
          <a:xfrm>
            <a:off x="311700" y="1151400"/>
            <a:ext cx="8520600" cy="4555200"/>
          </a:xfrm>
          <a:prstGeom prst="rect">
            <a:avLst/>
          </a:prstGeom>
        </p:spPr>
        <p:txBody>
          <a:bodyPr spcFirstLastPara="1" wrap="square" lIns="91425" tIns="91425" rIns="91425" bIns="91425" anchor="t" anchorCtr="0">
            <a:noAutofit/>
          </a:bodyPr>
          <a:lstStyle/>
          <a:p>
            <a:pPr lvl="0" algn="l" rtl="0">
              <a:lnSpc>
                <a:spcPts val="2200"/>
              </a:lnSpc>
              <a:spcBef>
                <a:spcPts val="200"/>
              </a:spcBef>
              <a:spcAft>
                <a:spcPts val="200"/>
              </a:spcAft>
              <a:buNone/>
            </a:pPr>
            <a:r>
              <a:rPr lang="en-US" sz="2000" b="1" i="0" u="none" strike="noStrike" cap="none" dirty="0">
                <a:solidFill>
                  <a:srgbClr val="003087"/>
                </a:solidFill>
                <a:latin typeface="Times New Roman" panose="02020603050405020304" pitchFamily="18" charset="0"/>
                <a:cs typeface="Times New Roman" panose="02020603050405020304" pitchFamily="18" charset="0"/>
              </a:rPr>
              <a:t>Core Challenge</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Mobile devices contain rich forensic evidence, yet there is no free, unified, AI-powered tool capable of extracting, </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organising</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and intelligently reporting on Android artifacts end-to-end.</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lnSpc>
                <a:spcPts val="2200"/>
              </a:lnSpc>
              <a:spcBef>
                <a:spcPts val="200"/>
              </a:spcBef>
              <a:spcAft>
                <a:spcPts val="200"/>
              </a:spcAft>
              <a:buNone/>
            </a:pPr>
            <a:r>
              <a:rPr lang="en-US" sz="2000" b="1" i="0" u="none" strike="noStrike" cap="none" dirty="0">
                <a:solidFill>
                  <a:srgbClr val="003087"/>
                </a:solidFill>
                <a:latin typeface="Times New Roman" panose="02020603050405020304" pitchFamily="18" charset="0"/>
                <a:cs typeface="Times New Roman" panose="02020603050405020304" pitchFamily="18" charset="0"/>
              </a:rPr>
              <a:t>Specific Problems Identified</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Evidence Fragmentation: Artifacts are stored across dozens of separate SQLite databases and file locations — no tool consolidates them in one run.</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Tool Accessibility: Professional tools (Cellebrite, AXIOM) are prohibitively expensive. Free tools handle only 1-2 artifact types.</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Manual Reporting: Investigators must manually write reports from raw data — this is slow and legally inconsistent.</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No AI Query Engine: No existing open-source tool allows investigators to ask questions about extracted evidence in natural language.</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Encryption Misconception: Investigators assume device encryption blocks all extraction — however, ADB-based logical extraction on an unlocked phone bypasses encryption entirely via the Android OS layer.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4c03a45926_0_0"/>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i="0" u="none" strike="noStrike" cap="none" dirty="0">
                <a:solidFill>
                  <a:srgbClr val="003087"/>
                </a:solidFill>
                <a:latin typeface="Times New Roman" panose="02020603050405020304" pitchFamily="18" charset="0"/>
                <a:cs typeface="Times New Roman" panose="02020603050405020304" pitchFamily="18" charset="0"/>
              </a:rPr>
              <a:t>Methodology</a:t>
            </a:r>
          </a:p>
        </p:txBody>
      </p:sp>
      <p:sp>
        <p:nvSpPr>
          <p:cNvPr id="100" name="Google Shape;100;g34c03a45926_0_0"/>
          <p:cNvSpPr txBox="1">
            <a:spLocks noGrp="1"/>
          </p:cNvSpPr>
          <p:nvPr>
            <p:ph type="body" idx="1"/>
          </p:nvPr>
        </p:nvSpPr>
        <p:spPr>
          <a:xfrm>
            <a:off x="311700" y="1151400"/>
            <a:ext cx="8520600" cy="4555200"/>
          </a:xfrm>
          <a:prstGeom prst="rect">
            <a:avLst/>
          </a:prstGeom>
        </p:spPr>
        <p:txBody>
          <a:bodyPr spcFirstLastPara="1" wrap="square" lIns="91425" tIns="91425" rIns="91425" bIns="91425" anchor="t" anchorCtr="0">
            <a:noAutofit/>
          </a:bodyPr>
          <a:lstStyle/>
          <a:p>
            <a:pPr lvl="0" algn="l" rtl="0">
              <a:lnSpc>
                <a:spcPts val="1500"/>
              </a:lnSpc>
              <a:spcBef>
                <a:spcPts val="200"/>
              </a:spcBef>
              <a:spcAft>
                <a:spcPts val="200"/>
              </a:spcAft>
              <a:buNone/>
            </a:pPr>
            <a:r>
              <a:rPr lang="en-US" sz="2000" b="1" i="0" u="none" strike="noStrike" cap="none" dirty="0">
                <a:solidFill>
                  <a:srgbClr val="003087"/>
                </a:solidFill>
                <a:latin typeface="Times New Roman" panose="02020603050405020304" pitchFamily="18" charset="0"/>
                <a:cs typeface="Times New Roman" panose="02020603050405020304" pitchFamily="18" charset="0"/>
              </a:rPr>
              <a:t>System Architecture — 7 Modules</a:t>
            </a:r>
            <a:endParaRPr lang="en-US" sz="1800" b="1" i="0" u="none" strike="noStrike" cap="none" dirty="0">
              <a:solidFill>
                <a:srgbClr val="003087"/>
              </a:solidFill>
              <a:latin typeface="Times New Roman" panose="02020603050405020304" pitchFamily="18" charset="0"/>
              <a:cs typeface="Times New Roman" panose="02020603050405020304" pitchFamily="18" charset="0"/>
            </a:endParaRPr>
          </a:p>
          <a:p>
            <a:pPr marL="342900" lvl="0" indent="-342900" algn="l" rtl="0">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ADB Device Connector: Detects USB-connected Android phone, reads device name, and creates a named evidence folder on the Desktop automatically.</a:t>
            </a:r>
          </a:p>
          <a:p>
            <a:pPr marL="342900" lvl="0" indent="-342900" algn="l" rtl="0">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Module 1 — Call Log Extractor: Queries contacts2.db via ADB and extracts caller name, number, date, duration.</a:t>
            </a:r>
          </a:p>
          <a:p>
            <a:pPr marL="342900" lvl="0" indent="-342900" algn="l" rtl="0">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Module 2 — SMS Extractor: Reads </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mmssms.db</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to extract all sent/received messages with timestamps.</a:t>
            </a:r>
          </a:p>
          <a:p>
            <a:pPr marL="342900" lvl="0" indent="-342900" algn="l" rtl="0">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Module 3 — WhatsApp Extractor: Pulls </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msgstore.db</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and parses all conversations with participant names and timestamps.</a:t>
            </a:r>
          </a:p>
          <a:p>
            <a:pPr marL="342900" lvl="0" indent="-342900" algn="l" rtl="0">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Module 4 — Image Metadata Extractor: Extracts GPS coordinates, camera model, and capture date from all photos.</a:t>
            </a:r>
          </a:p>
          <a:p>
            <a:pPr marL="342900" lvl="0" indent="-342900" algn="l" rtl="0">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Module 5 — Browser History Extractor: Retrieves visited URLs and timestamps from browser SQLite database.</a:t>
            </a:r>
          </a:p>
          <a:p>
            <a:pPr marL="342900" lvl="0" indent="-342900" algn="l" rtl="0">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Module 6 — Network </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Analyser</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Reads </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WiFi</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connection history, IP logs, and app data usage patterns; flags suspicious activity.</a:t>
            </a:r>
          </a:p>
          <a:p>
            <a:pPr marL="342900" lvl="0" indent="-342900" algn="l" rtl="0">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Module 7 — AI Report Generator: Aggregates all module outputs into JSON, sends to Claude API, receives AI-written forensic report, and exports as PDF + CSV.</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4c03a45926_0_0"/>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i="0" u="none" strike="noStrike" cap="none" dirty="0">
                <a:solidFill>
                  <a:srgbClr val="003087"/>
                </a:solidFill>
                <a:latin typeface="Times New Roman" panose="02020603050405020304" pitchFamily="18" charset="0"/>
                <a:cs typeface="Times New Roman" panose="02020603050405020304" pitchFamily="18" charset="0"/>
              </a:rPr>
              <a:t>Futuristic Scope</a:t>
            </a:r>
          </a:p>
        </p:txBody>
      </p:sp>
      <p:sp>
        <p:nvSpPr>
          <p:cNvPr id="100" name="Google Shape;100;g34c03a45926_0_0"/>
          <p:cNvSpPr txBox="1">
            <a:spLocks noGrp="1"/>
          </p:cNvSpPr>
          <p:nvPr>
            <p:ph type="body" idx="1"/>
          </p:nvPr>
        </p:nvSpPr>
        <p:spPr>
          <a:xfrm>
            <a:off x="311700" y="1054853"/>
            <a:ext cx="8520600" cy="4555200"/>
          </a:xfrm>
          <a:prstGeom prst="rect">
            <a:avLst/>
          </a:prstGeom>
        </p:spPr>
        <p:txBody>
          <a:bodyPr spcFirstLastPara="1" wrap="square" lIns="91425" tIns="91425" rIns="91425" bIns="91425" anchor="t" anchorCtr="0">
            <a:noAutofit/>
          </a:bodyPr>
          <a:lstStyle/>
          <a:p>
            <a:pPr lvl="0" algn="l" rtl="0">
              <a:lnSpc>
                <a:spcPts val="2200"/>
              </a:lnSpc>
              <a:spcBef>
                <a:spcPts val="200"/>
              </a:spcBef>
              <a:spcAft>
                <a:spcPts val="200"/>
              </a:spcAft>
              <a:buNone/>
            </a:pPr>
            <a:r>
              <a:rPr lang="en-US" sz="2000" b="1" i="0" u="none" strike="noStrike" cap="none" dirty="0">
                <a:solidFill>
                  <a:srgbClr val="003087"/>
                </a:solidFill>
                <a:latin typeface="Times New Roman" panose="02020603050405020304" pitchFamily="18" charset="0"/>
                <a:cs typeface="Times New Roman" panose="02020603050405020304" pitchFamily="18" charset="0"/>
              </a:rPr>
              <a:t>Immediate Extensions (Post July 2025)</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iOS Support: Extend </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MobiTrace</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Pro to handle iPhone backup files (.</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ipa</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enabling investigation across both major mobile platforms.</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Encrypted WhatsApp Recovery: Integrate the documented app-downgrade technique to decrypt .crypt15 WhatsApp databases on Android 12+.</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Timeline </a:t>
            </a:r>
            <a:r>
              <a:rPr lang="en-US" sz="1800" b="0" i="0" u="none" strike="noStrike" cap="none" dirty="0" err="1">
                <a:solidFill>
                  <a:srgbClr val="222222"/>
                </a:solidFill>
                <a:latin typeface="Times New Roman" panose="02020603050405020304" pitchFamily="18" charset="0"/>
                <a:cs typeface="Times New Roman" panose="02020603050405020304" pitchFamily="18" charset="0"/>
              </a:rPr>
              <a:t>Visualiser</a:t>
            </a:r>
            <a:r>
              <a:rPr lang="en-US" sz="1800" b="0" i="0" u="none" strike="noStrike" cap="none" dirty="0">
                <a:solidFill>
                  <a:srgbClr val="222222"/>
                </a:solidFill>
                <a:latin typeface="Times New Roman" panose="02020603050405020304" pitchFamily="18" charset="0"/>
                <a:cs typeface="Times New Roman" panose="02020603050405020304" pitchFamily="18" charset="0"/>
              </a:rPr>
              <a:t>: Generate an interactive activity timeline — plotting all calls, messages, location, and network events on a visual chart.</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lnSpc>
                <a:spcPts val="2200"/>
              </a:lnSpc>
              <a:spcBef>
                <a:spcPts val="200"/>
              </a:spcBef>
              <a:spcAft>
                <a:spcPts val="200"/>
              </a:spcAft>
              <a:buNone/>
            </a:pPr>
            <a:r>
              <a:rPr lang="en-US" sz="2000" b="1" i="0" u="none" strike="noStrike" cap="none" dirty="0">
                <a:solidFill>
                  <a:srgbClr val="003087"/>
                </a:solidFill>
                <a:latin typeface="Times New Roman" panose="02020603050405020304" pitchFamily="18" charset="0"/>
                <a:cs typeface="Times New Roman" panose="02020603050405020304" pitchFamily="18" charset="0"/>
              </a:rPr>
              <a:t>Long-Term Research Directions</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Cloud Evidence Integration: Pull Google Drive, Gmail, and cloud-backed data as supplementary forensic evidence.</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Multi-Device Comparison: Compare artifacts from two devices side-by-side to establish communication patterns between suspects.</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Face Recognition in Photos: Flag if a specific person of interest appears in the seized device's photos using AI image analysis.</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On-Device AI: Convert the tool to a lightweight TensorFlow Lite model deployable on field investigation tablets.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4c03a45926_0_0"/>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i="0" u="none" strike="noStrike" cap="none" dirty="0">
                <a:solidFill>
                  <a:srgbClr val="003087"/>
                </a:solidFill>
                <a:latin typeface="Times New Roman" panose="02020603050405020304" pitchFamily="18" charset="0"/>
                <a:cs typeface="Times New Roman" panose="02020603050405020304" pitchFamily="18" charset="0"/>
              </a:rPr>
              <a:t>How AI Works in </a:t>
            </a:r>
            <a:r>
              <a:rPr lang="en-US" sz="2800" b="1" i="0" u="none" strike="noStrike" cap="none" dirty="0" err="1">
                <a:solidFill>
                  <a:srgbClr val="003087"/>
                </a:solidFill>
                <a:latin typeface="Times New Roman" panose="02020603050405020304" pitchFamily="18" charset="0"/>
                <a:cs typeface="Times New Roman" panose="02020603050405020304" pitchFamily="18" charset="0"/>
              </a:rPr>
              <a:t>MobiTrace</a:t>
            </a:r>
            <a:r>
              <a:rPr lang="en-US" sz="2800" b="1" i="0" u="none" strike="noStrike" cap="none" dirty="0">
                <a:solidFill>
                  <a:srgbClr val="003087"/>
                </a:solidFill>
                <a:latin typeface="Times New Roman" panose="02020603050405020304" pitchFamily="18" charset="0"/>
                <a:cs typeface="Times New Roman" panose="02020603050405020304" pitchFamily="18" charset="0"/>
              </a:rPr>
              <a:t> Pro</a:t>
            </a:r>
          </a:p>
        </p:txBody>
      </p:sp>
      <p:sp>
        <p:nvSpPr>
          <p:cNvPr id="100" name="Google Shape;100;g34c03a45926_0_0"/>
          <p:cNvSpPr txBox="1">
            <a:spLocks noGrp="1"/>
          </p:cNvSpPr>
          <p:nvPr>
            <p:ph type="body" idx="1"/>
          </p:nvPr>
        </p:nvSpPr>
        <p:spPr>
          <a:xfrm>
            <a:off x="311700" y="1271162"/>
            <a:ext cx="8520600" cy="4555200"/>
          </a:xfrm>
          <a:prstGeom prst="rect">
            <a:avLst/>
          </a:prstGeom>
        </p:spPr>
        <p:txBody>
          <a:bodyPr spcFirstLastPara="1" wrap="square" lIns="91425" tIns="91425" rIns="91425" bIns="91425" anchor="t" anchorCtr="0">
            <a:noAutofit/>
          </a:bodyPr>
          <a:lstStyle/>
          <a:p>
            <a:pPr lvl="0" algn="l" rtl="0">
              <a:lnSpc>
                <a:spcPts val="2200"/>
              </a:lnSpc>
              <a:spcBef>
                <a:spcPts val="200"/>
              </a:spcBef>
              <a:spcAft>
                <a:spcPts val="200"/>
              </a:spcAft>
              <a:buNone/>
            </a:pPr>
            <a:r>
              <a:rPr lang="en-US" sz="1800" b="1" i="0" u="none" strike="noStrike" cap="none" dirty="0">
                <a:solidFill>
                  <a:srgbClr val="003087"/>
                </a:solidFill>
                <a:latin typeface="Times New Roman" panose="02020603050405020304" pitchFamily="18" charset="0"/>
                <a:cs typeface="Times New Roman" panose="02020603050405020304" pitchFamily="18" charset="0"/>
              </a:rPr>
              <a:t>Step 1 — Evidence Collection</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All 6 extraction modules run sequentially. Each module saves its output as a structured JSON file inside the evidence folder.</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lnSpc>
                <a:spcPts val="2200"/>
              </a:lnSpc>
              <a:spcBef>
                <a:spcPts val="200"/>
              </a:spcBef>
              <a:spcAft>
                <a:spcPts val="200"/>
              </a:spcAft>
              <a:buNone/>
            </a:pPr>
            <a:r>
              <a:rPr lang="en-US" sz="1800" b="1" i="0" u="none" strike="noStrike" cap="none" dirty="0">
                <a:solidFill>
                  <a:srgbClr val="003087"/>
                </a:solidFill>
                <a:latin typeface="Times New Roman" panose="02020603050405020304" pitchFamily="18" charset="0"/>
                <a:cs typeface="Times New Roman" panose="02020603050405020304" pitchFamily="18" charset="0"/>
              </a:rPr>
              <a:t>Step 2 — AI Report Generation (Automated)</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Module 7 aggregates all JSON files into a single evidence payload. A forensic-grade system prompt instructs Claude API to act as a certified digital forensic investigator. Claude reads all evidence and writes: Executive Summary, Communication Analysis, Location Findings, Suspicious Patterns, and Recommendations. Output is saved as PDF + CSV.</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lnSpc>
                <a:spcPts val="2200"/>
              </a:lnSpc>
              <a:spcBef>
                <a:spcPts val="200"/>
              </a:spcBef>
              <a:spcAft>
                <a:spcPts val="200"/>
              </a:spcAft>
              <a:buNone/>
            </a:pPr>
            <a:r>
              <a:rPr lang="en-US" sz="1800" b="1" i="0" u="none" strike="noStrike" cap="none" dirty="0">
                <a:solidFill>
                  <a:srgbClr val="003087"/>
                </a:solidFill>
                <a:latin typeface="Times New Roman" panose="02020603050405020304" pitchFamily="18" charset="0"/>
                <a:cs typeface="Times New Roman" panose="02020603050405020304" pitchFamily="18" charset="0"/>
              </a:rPr>
              <a:t>Step 3 — AI Chat Query Engine (Interactive)</a:t>
            </a:r>
          </a:p>
          <a:p>
            <a:pPr marL="342900" lvl="0" indent="-342900" algn="l" rtl="0">
              <a:lnSpc>
                <a:spcPts val="2200"/>
              </a:lnSpc>
              <a:spcBef>
                <a:spcPts val="200"/>
              </a:spcBef>
              <a:spcAft>
                <a:spcPts val="200"/>
              </a:spcAft>
              <a:buChar char="•"/>
            </a:pPr>
            <a:r>
              <a:rPr lang="en-US" sz="1800" b="0" i="0" u="none" strike="noStrike" cap="none" dirty="0">
                <a:solidFill>
                  <a:srgbClr val="222222"/>
                </a:solidFill>
                <a:latin typeface="Times New Roman" panose="02020603050405020304" pitchFamily="18" charset="0"/>
                <a:cs typeface="Times New Roman" panose="02020603050405020304" pitchFamily="18" charset="0"/>
              </a:rPr>
              <a:t>Investigator types a natural language query (e.g., 'Did this phone contact +91-XXXXXXX?'). The query engine searches the evidence JSON and sends the query + relevant data to Claude API. Claude identifies exact matches, returns findings with file locations and timestamps. A targeted PDF evidence report is generated instantly.</a:t>
            </a:r>
          </a:p>
          <a:p>
            <a:pPr algn="l">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9EF07-920B-B1C5-C179-4EE503B98E8F}"/>
              </a:ext>
            </a:extLst>
          </p:cNvPr>
          <p:cNvSpPr>
            <a:spLocks noGrp="1"/>
          </p:cNvSpPr>
          <p:nvPr>
            <p:ph type="title"/>
          </p:nvPr>
        </p:nvSpPr>
        <p:spPr/>
        <p:txBody>
          <a:bodyPr/>
          <a:lstStyle/>
          <a:p>
            <a:r>
              <a:rPr lang="en-US" sz="2000" dirty="0">
                <a:solidFill>
                  <a:srgbClr val="003087"/>
                </a:solidFill>
                <a:latin typeface="Times New Roman" panose="02020603050405020304" pitchFamily="18" charset="0"/>
                <a:cs typeface="Times New Roman" panose="02020603050405020304" pitchFamily="18" charset="0"/>
              </a:rPr>
              <a:t>Step 4 — Query Log (Court Audit Trail)</a:t>
            </a:r>
            <a:br>
              <a:rPr lang="en-US" sz="2000" dirty="0">
                <a:solidFill>
                  <a:srgbClr val="003087"/>
                </a:solidFill>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EC95888-2EED-6518-67BB-F41E7966AA5A}"/>
              </a:ext>
            </a:extLst>
          </p:cNvPr>
          <p:cNvSpPr>
            <a:spLocks noGrp="1"/>
          </p:cNvSpPr>
          <p:nvPr>
            <p:ph type="body" idx="1"/>
          </p:nvPr>
        </p:nvSpPr>
        <p:spPr>
          <a:xfrm>
            <a:off x="311700" y="1151400"/>
            <a:ext cx="8520600" cy="4555200"/>
          </a:xfrm>
        </p:spPr>
        <p:txBody>
          <a:bodyPr/>
          <a:lstStyle/>
          <a:p>
            <a:pPr marL="342900" lvl="0" indent="-342900">
              <a:lnSpc>
                <a:spcPts val="2200"/>
              </a:lnSpc>
              <a:spcBef>
                <a:spcPts val="200"/>
              </a:spcBef>
              <a:spcAft>
                <a:spcPts val="200"/>
              </a:spcAft>
              <a:buChar char="•"/>
            </a:pPr>
            <a:r>
              <a:rPr lang="en-US" sz="1800" dirty="0">
                <a:solidFill>
                  <a:srgbClr val="222222"/>
                </a:solidFill>
                <a:latin typeface="Times New Roman" panose="02020603050405020304" pitchFamily="18" charset="0"/>
                <a:cs typeface="Times New Roman" panose="02020603050405020304" pitchFamily="18" charset="0"/>
              </a:rPr>
              <a:t>Every question asked and answer received is automatically saved as a session log PDF — creating a transparent, auditable record for court submission.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776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4c03a45926_0_0"/>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b="1" i="0" u="none" strike="noStrike" cap="none" dirty="0">
                <a:solidFill>
                  <a:srgbClr val="003087"/>
                </a:solidFill>
                <a:latin typeface="Times New Roman" panose="02020603050405020304" pitchFamily="18" charset="0"/>
                <a:cs typeface="Times New Roman" panose="02020603050405020304" pitchFamily="18" charset="0"/>
              </a:rPr>
              <a:t>Project Timeline</a:t>
            </a:r>
          </a:p>
        </p:txBody>
      </p:sp>
      <p:sp>
        <p:nvSpPr>
          <p:cNvPr id="100" name="Google Shape;100;g34c03a45926_0_0"/>
          <p:cNvSpPr txBox="1">
            <a:spLocks noGrp="1"/>
          </p:cNvSpPr>
          <p:nvPr>
            <p:ph type="body" idx="1"/>
          </p:nvPr>
        </p:nvSpPr>
        <p:spPr>
          <a:xfrm>
            <a:off x="311700" y="1280993"/>
            <a:ext cx="8520600" cy="4555200"/>
          </a:xfrm>
          <a:prstGeom prst="rect">
            <a:avLst/>
          </a:prstGeom>
        </p:spPr>
        <p:txBody>
          <a:bodyPr spcFirstLastPara="1" wrap="square" lIns="91425" tIns="91425" rIns="91425" bIns="91425" anchor="t" anchorCtr="0">
            <a:noAutofit/>
          </a:bodyPr>
          <a:lstStyle/>
          <a:p>
            <a:pPr lvl="0" algn="l" rtl="0">
              <a:spcBef>
                <a:spcPts val="0"/>
              </a:spcBef>
              <a:spcAft>
                <a:spcPts val="0"/>
              </a:spcAft>
              <a:buNone/>
            </a:pPr>
            <a:r>
              <a:rPr lang="en-US" sz="1800" b="1" i="0" u="none" strike="noStrike" cap="none" dirty="0">
                <a:solidFill>
                  <a:srgbClr val="1A6B1A"/>
                </a:solidFill>
                <a:latin typeface="Times New Roman" panose="02020603050405020304" pitchFamily="18" charset="0"/>
                <a:cs typeface="Times New Roman" panose="02020603050405020304" pitchFamily="18" charset="0"/>
              </a:rPr>
              <a:t>Phase 0 — Research &amp; Planning  |  May 4 – May 17 </a:t>
            </a:r>
          </a:p>
          <a:p>
            <a:pPr marL="342900" lvl="0" indent="-342900" algn="l" rtl="0">
              <a:spcBef>
                <a:spcPts val="0"/>
              </a:spcBef>
              <a:spcAft>
                <a:spcPts val="0"/>
              </a:spcAft>
              <a:buChar char="•"/>
            </a:pPr>
            <a:r>
              <a:rPr lang="en-US" sz="1800" b="0" i="0" u="none" strike="noStrike" cap="none" dirty="0">
                <a:solidFill>
                  <a:srgbClr val="333333"/>
                </a:solidFill>
                <a:latin typeface="Times New Roman" panose="02020603050405020304" pitchFamily="18" charset="0"/>
                <a:cs typeface="Times New Roman" panose="02020603050405020304" pitchFamily="18" charset="0"/>
              </a:rPr>
              <a:t>Domain selection, topic evaluation, shift to </a:t>
            </a:r>
            <a:r>
              <a:rPr lang="en-US" sz="1800" b="0" i="0" u="none" strike="noStrike" cap="none" dirty="0" err="1">
                <a:solidFill>
                  <a:srgbClr val="333333"/>
                </a:solidFill>
                <a:latin typeface="Times New Roman" panose="02020603050405020304" pitchFamily="18" charset="0"/>
                <a:cs typeface="Times New Roman" panose="02020603050405020304" pitchFamily="18" charset="0"/>
              </a:rPr>
              <a:t>MobiTrace</a:t>
            </a:r>
            <a:r>
              <a:rPr lang="en-US" sz="1800" b="0" i="0" u="none" strike="noStrike" cap="none" dirty="0">
                <a:solidFill>
                  <a:srgbClr val="333333"/>
                </a:solidFill>
                <a:latin typeface="Times New Roman" panose="02020603050405020304" pitchFamily="18" charset="0"/>
                <a:cs typeface="Times New Roman" panose="02020603050405020304" pitchFamily="18" charset="0"/>
              </a:rPr>
              <a:t> Pro concept, mentor approval, encryption challenge resolved, ADB solution </a:t>
            </a:r>
            <a:r>
              <a:rPr lang="en-US" sz="1800" b="0" i="0" u="none" strike="noStrike" cap="none" dirty="0" err="1">
                <a:solidFill>
                  <a:srgbClr val="333333"/>
                </a:solidFill>
                <a:latin typeface="Times New Roman" panose="02020603050405020304" pitchFamily="18" charset="0"/>
                <a:cs typeface="Times New Roman" panose="02020603050405020304" pitchFamily="18" charset="0"/>
              </a:rPr>
              <a:t>finalised</a:t>
            </a:r>
            <a:r>
              <a:rPr lang="en-US" sz="1800" b="0" i="0" u="none" strike="noStrike" cap="none" dirty="0">
                <a:solidFill>
                  <a:srgbClr val="333333"/>
                </a:solidFill>
                <a:latin typeface="Times New Roman" panose="02020603050405020304" pitchFamily="18" charset="0"/>
                <a:cs typeface="Times New Roman" panose="02020603050405020304" pitchFamily="18" charset="0"/>
              </a:rPr>
              <a:t>, presentation created.</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spcBef>
                <a:spcPts val="0"/>
              </a:spcBef>
              <a:spcAft>
                <a:spcPts val="0"/>
              </a:spcAft>
              <a:buNone/>
            </a:pPr>
            <a:r>
              <a:rPr lang="en-US" sz="1800" b="1" i="0" u="none" strike="noStrike" cap="none" dirty="0">
                <a:solidFill>
                  <a:srgbClr val="003087"/>
                </a:solidFill>
                <a:latin typeface="Times New Roman" panose="02020603050405020304" pitchFamily="18" charset="0"/>
                <a:cs typeface="Times New Roman" panose="02020603050405020304" pitchFamily="18" charset="0"/>
              </a:rPr>
              <a:t>Phase 1 — Copyright Write-Up  |  May 18 – May 30</a:t>
            </a:r>
          </a:p>
          <a:p>
            <a:pPr marL="342900" lvl="0" indent="-342900" algn="l" rtl="0">
              <a:spcBef>
                <a:spcPts val="0"/>
              </a:spcBef>
              <a:spcAft>
                <a:spcPts val="0"/>
              </a:spcAft>
              <a:buChar char="•"/>
            </a:pPr>
            <a:r>
              <a:rPr lang="en-US" sz="1800" b="0" i="0" u="none" strike="noStrike" cap="none" dirty="0">
                <a:solidFill>
                  <a:srgbClr val="333333"/>
                </a:solidFill>
                <a:latin typeface="Times New Roman" panose="02020603050405020304" pitchFamily="18" charset="0"/>
                <a:cs typeface="Times New Roman" panose="02020603050405020304" pitchFamily="18" charset="0"/>
              </a:rPr>
              <a:t>Problem Statement, Literature Review, Innovation Statement, Software Description Document, Architecture Diagram — submitted for copyright filing by May 30.</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spcBef>
                <a:spcPts val="0"/>
              </a:spcBef>
              <a:spcAft>
                <a:spcPts val="0"/>
              </a:spcAft>
              <a:buNone/>
            </a:pPr>
            <a:r>
              <a:rPr lang="en-US" sz="1800" b="1" i="0" u="none" strike="noStrike" cap="none" dirty="0">
                <a:solidFill>
                  <a:srgbClr val="003087"/>
                </a:solidFill>
                <a:latin typeface="Times New Roman" panose="02020603050405020304" pitchFamily="18" charset="0"/>
                <a:cs typeface="Times New Roman" panose="02020603050405020304" pitchFamily="18" charset="0"/>
              </a:rPr>
              <a:t>Phase 2 — Core Tool Development (70%)  |  May 18 – May 31</a:t>
            </a:r>
          </a:p>
          <a:p>
            <a:pPr marL="342900" lvl="0" indent="-342900" algn="l" rtl="0">
              <a:spcBef>
                <a:spcPts val="0"/>
              </a:spcBef>
              <a:spcAft>
                <a:spcPts val="0"/>
              </a:spcAft>
              <a:buChar char="•"/>
            </a:pPr>
            <a:r>
              <a:rPr lang="en-US" sz="1800" b="0" i="0" u="none" strike="noStrike" cap="none" dirty="0">
                <a:solidFill>
                  <a:srgbClr val="333333"/>
                </a:solidFill>
                <a:latin typeface="Times New Roman" panose="02020603050405020304" pitchFamily="18" charset="0"/>
                <a:cs typeface="Times New Roman" panose="02020603050405020304" pitchFamily="18" charset="0"/>
              </a:rPr>
              <a:t>ADB Connector + Modules 1-6 (artifact extraction) + Module 7 (AI auto-report) + basic GUI shell with progress bar and report download. Tool reaches 70% completion by May 31.</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lvl="0" algn="l" rtl="0">
              <a:spcBef>
                <a:spcPts val="0"/>
              </a:spcBef>
              <a:spcAft>
                <a:spcPts val="0"/>
              </a:spcAft>
              <a:buNone/>
            </a:pPr>
            <a:r>
              <a:rPr lang="en-US" sz="1800" b="1" i="0" u="none" strike="noStrike" cap="none" dirty="0">
                <a:solidFill>
                  <a:srgbClr val="8B4000"/>
                </a:solidFill>
                <a:latin typeface="Times New Roman" panose="02020603050405020304" pitchFamily="18" charset="0"/>
                <a:cs typeface="Times New Roman" panose="02020603050405020304" pitchFamily="18" charset="0"/>
              </a:rPr>
              <a:t>Phase 3A — AI Chat Engine (Remaining 30%)  |  June 1 – June 14</a:t>
            </a:r>
          </a:p>
          <a:p>
            <a:pPr marL="342900" lvl="0" indent="-342900" algn="l" rtl="0">
              <a:spcBef>
                <a:spcPts val="0"/>
              </a:spcBef>
              <a:spcAft>
                <a:spcPts val="0"/>
              </a:spcAft>
              <a:buChar char="•"/>
            </a:pPr>
            <a:r>
              <a:rPr lang="en-US" sz="1800" b="0" i="0" u="none" strike="noStrike" cap="none" dirty="0">
                <a:solidFill>
                  <a:srgbClr val="333333"/>
                </a:solidFill>
                <a:latin typeface="Times New Roman" panose="02020603050405020304" pitchFamily="18" charset="0"/>
                <a:cs typeface="Times New Roman" panose="02020603050405020304" pitchFamily="18" charset="0"/>
              </a:rPr>
              <a:t>AI chat query engine, targeted PDF evidence reports, query log saver — full tool 100% complete by June 14.</a:t>
            </a:r>
          </a:p>
          <a:p>
            <a:pPr algn="l">
              <a:spcBef>
                <a:spcPts val="0"/>
              </a:spcBef>
              <a:spcAft>
                <a:spcPts val="0"/>
              </a:spcAft>
              <a:buNone/>
            </a:pP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6B110-16FD-43BD-EBF4-6262A62323BD}"/>
              </a:ext>
            </a:extLst>
          </p:cNvPr>
          <p:cNvSpPr>
            <a:spLocks noGrp="1"/>
          </p:cNvSpPr>
          <p:nvPr>
            <p:ph type="title"/>
          </p:nvPr>
        </p:nvSpPr>
        <p:spPr/>
        <p:txBody>
          <a:bodyPr/>
          <a:lstStyle/>
          <a:p>
            <a:r>
              <a:rPr lang="en-US" sz="2000" dirty="0">
                <a:solidFill>
                  <a:srgbClr val="8B4000"/>
                </a:solidFill>
                <a:latin typeface="Times New Roman" panose="02020603050405020304" pitchFamily="18" charset="0"/>
                <a:cs typeface="Times New Roman" panose="02020603050405020304" pitchFamily="18" charset="0"/>
              </a:rPr>
              <a:t>Phase 3B — Testing &amp; Validation  |  June 15 – June 28</a:t>
            </a:r>
            <a:br>
              <a:rPr lang="en-US" dirty="0">
                <a:solidFill>
                  <a:srgbClr val="8B4000"/>
                </a:solidFill>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0DAC0F1-9CE8-E046-F9B5-8036D3117DAC}"/>
              </a:ext>
            </a:extLst>
          </p:cNvPr>
          <p:cNvSpPr>
            <a:spLocks noGrp="1"/>
          </p:cNvSpPr>
          <p:nvPr>
            <p:ph type="body" idx="1"/>
          </p:nvPr>
        </p:nvSpPr>
        <p:spPr>
          <a:xfrm>
            <a:off x="311700" y="975117"/>
            <a:ext cx="8520600" cy="4555200"/>
          </a:xfrm>
        </p:spPr>
        <p:txBody>
          <a:bodyPr/>
          <a:lstStyle/>
          <a:p>
            <a:pPr marL="342900" lvl="0" indent="-342900">
              <a:buChar char="•"/>
            </a:pPr>
            <a:r>
              <a:rPr lang="en-US" sz="1800" dirty="0">
                <a:solidFill>
                  <a:srgbClr val="333333"/>
                </a:solidFill>
                <a:latin typeface="Times New Roman" panose="02020603050405020304" pitchFamily="18" charset="0"/>
                <a:cs typeface="Times New Roman" panose="02020603050405020304" pitchFamily="18" charset="0"/>
              </a:rPr>
              <a:t>Run tool on Digital Corpora forensic test datasets. Record detection accuracy, compare with Autopsy. Capture output screenshots.</a:t>
            </a:r>
          </a:p>
          <a:p>
            <a:pPr>
              <a:buNone/>
            </a:pPr>
            <a:endParaRPr lang="en-US" sz="1800" dirty="0">
              <a:latin typeface="Times New Roman" panose="02020603050405020304" pitchFamily="18" charset="0"/>
              <a:cs typeface="Times New Roman" panose="02020603050405020304" pitchFamily="18" charset="0"/>
            </a:endParaRPr>
          </a:p>
          <a:p>
            <a:pPr lvl="0">
              <a:buNone/>
            </a:pPr>
            <a:r>
              <a:rPr lang="en-US" sz="1800" b="1" dirty="0">
                <a:solidFill>
                  <a:srgbClr val="8B4000"/>
                </a:solidFill>
                <a:latin typeface="Times New Roman" panose="02020603050405020304" pitchFamily="18" charset="0"/>
                <a:cs typeface="Times New Roman" panose="02020603050405020304" pitchFamily="18" charset="0"/>
              </a:rPr>
              <a:t>Phase 3C — Research Paper + Final Submission  |  July 1 – July 15</a:t>
            </a:r>
          </a:p>
          <a:p>
            <a:pPr marL="342900" lvl="0" indent="-342900">
              <a:buChar char="•"/>
            </a:pPr>
            <a:r>
              <a:rPr lang="en-US" sz="1800" dirty="0">
                <a:solidFill>
                  <a:srgbClr val="333333"/>
                </a:solidFill>
                <a:latin typeface="Times New Roman" panose="02020603050405020304" pitchFamily="18" charset="0"/>
                <a:cs typeface="Times New Roman" panose="02020603050405020304" pitchFamily="18" charset="0"/>
              </a:rPr>
              <a:t>Write and submit research paper (IJRASET/IRJET). Compile final internship report. Final submission July 15.</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203317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1375</Words>
  <Application>Microsoft Office PowerPoint</Application>
  <PresentationFormat>On-screen Show (4:3)</PresentationFormat>
  <Paragraphs>90</Paragraphs>
  <Slides>13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Archivo Narrow</vt:lpstr>
      <vt:lpstr>Georgia</vt:lpstr>
      <vt:lpstr>Simple Light</vt:lpstr>
      <vt:lpstr>PowerPoint Presentation</vt:lpstr>
      <vt:lpstr>PowerPoint Presentation</vt:lpstr>
      <vt:lpstr>MobiTrace Pro AI-Powered Android Mobile Forensic Investigation Suite</vt:lpstr>
      <vt:lpstr>Abstract</vt:lpstr>
      <vt:lpstr>Introduction</vt:lpstr>
      <vt:lpstr>Objective</vt:lpstr>
      <vt:lpstr>Problem Statement</vt:lpstr>
      <vt:lpstr>Methodology</vt:lpstr>
      <vt:lpstr>Futuristic Scope</vt:lpstr>
      <vt:lpstr>How AI Works in MobiTrace Pro</vt:lpstr>
      <vt:lpstr>Step 4 — Query Log (Court Audit Trail) </vt:lpstr>
      <vt:lpstr>Project Timeline</vt:lpstr>
      <vt:lpstr>Phase 3B — Testing &amp; Validation  |  June 15 – June 28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Aron mathew</dc:creator>
  <cp:lastModifiedBy>Aron Mathew</cp:lastModifiedBy>
  <cp:revision>3</cp:revision>
  <dcterms:modified xsi:type="dcterms:W3CDTF">2026-05-18T06:39:12Z</dcterms:modified>
</cp:coreProperties>
</file>